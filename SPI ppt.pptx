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_rels/presentation.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media/image1.png" ContentType="image/png"/>
  <Override PartName="/ppt/media/image2.jpeg" ContentType="image/jpeg"/>
  <Override PartName="/ppt/media/image3.png" ContentType="image/png"/>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0.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notesSlides/_rels/notesSlide8.xml.rels" ContentType="application/vnd.openxmlformats-package.relationships+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rtl="0">
  <p:sldMasterIdLst>
    <p:sldMasterId id="2147483648" r:id="rId2"/>
    <p:sldMasterId id="2147483650"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400" strike="noStrike" u="none">
                <a:solidFill>
                  <a:srgbClr val="000000"/>
                </a:solidFill>
                <a:uFillTx/>
                <a:latin typeface="Arial"/>
              </a:rPr>
              <a:t>Double-tap to move the slide</a:t>
            </a:r>
            <a:endParaRPr b="0" lang="en-US" sz="1400" strike="noStrike" u="none">
              <a:solidFill>
                <a:srgbClr val="000000"/>
              </a:solidFill>
              <a:uFillTx/>
              <a:latin typeface="Arial"/>
            </a:endParaRPr>
          </a:p>
        </p:txBody>
      </p:sp>
      <p:sp>
        <p:nvSpPr>
          <p:cNvPr id="2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Arial"/>
              </a:rPr>
              <a:t>Double-tap to edit the notes format</a:t>
            </a:r>
            <a:endParaRPr b="0" lang="en-US" sz="2000" strike="noStrike" u="none">
              <a:solidFill>
                <a:srgbClr val="000000"/>
              </a:solidFill>
              <a:uFillTx/>
              <a:latin typeface="Arial"/>
            </a:endParaRPr>
          </a:p>
        </p:txBody>
      </p:sp>
      <p:sp>
        <p:nvSpPr>
          <p:cNvPr id="2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uFillTx/>
                <a:latin typeface="Arial"/>
              </a:rPr>
              <a:t>&lt;header&gt;</a:t>
            </a:r>
            <a:endParaRPr b="0" lang="en-US" sz="1400" strike="noStrike" u="none">
              <a:solidFill>
                <a:srgbClr val="000000"/>
              </a:solidFill>
              <a:uFillTx/>
              <a:latin typeface="Arial"/>
            </a:endParaRPr>
          </a:p>
        </p:txBody>
      </p:sp>
      <p:sp>
        <p:nvSpPr>
          <p:cNvPr id="22" name="PlaceHolder 4"/>
          <p:cNvSpPr>
            <a:spLocks noGrp="1"/>
          </p:cNvSpPr>
          <p:nvPr>
            <p:ph type="dt" idx="10"/>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Arial"/>
              </a:defRPr>
            </a:lvl1pPr>
          </a:lstStyle>
          <a:p>
            <a:pPr indent="0" algn="r">
              <a:buNone/>
            </a:pPr>
            <a:r>
              <a:rPr b="0" lang="en-US" sz="1400" strike="noStrike" u="none">
                <a:solidFill>
                  <a:srgbClr val="000000"/>
                </a:solidFill>
                <a:uFillTx/>
                <a:latin typeface="Arial"/>
              </a:rPr>
              <a:t>&lt;date/time&gt;</a:t>
            </a:r>
            <a:endParaRPr b="0" lang="en-US" sz="1400" strike="noStrike" u="none">
              <a:solidFill>
                <a:srgbClr val="000000"/>
              </a:solidFill>
              <a:uFillTx/>
              <a:latin typeface="Arial"/>
            </a:endParaRPr>
          </a:p>
        </p:txBody>
      </p:sp>
      <p:sp>
        <p:nvSpPr>
          <p:cNvPr id="23" name="PlaceHolder 5"/>
          <p:cNvSpPr>
            <a:spLocks noGrp="1"/>
          </p:cNvSpPr>
          <p:nvPr>
            <p:ph type="ftr" idx="11"/>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uFillTx/>
                <a:latin typeface="Arial"/>
              </a:defRPr>
            </a:lvl1pPr>
          </a:lstStyle>
          <a:p>
            <a:pPr indent="0">
              <a:buNone/>
            </a:pPr>
            <a:r>
              <a:rPr b="0" lang="en-US" sz="1400" strike="noStrike" u="none">
                <a:solidFill>
                  <a:srgbClr val="000000"/>
                </a:solidFill>
                <a:uFillTx/>
                <a:latin typeface="Arial"/>
              </a:rPr>
              <a:t>&lt;footer&gt;</a:t>
            </a:r>
            <a:endParaRPr b="0" lang="en-US" sz="1400" strike="noStrike" u="none">
              <a:solidFill>
                <a:srgbClr val="000000"/>
              </a:solidFill>
              <a:uFillTx/>
              <a:latin typeface="Arial"/>
            </a:endParaRPr>
          </a:p>
        </p:txBody>
      </p:sp>
      <p:sp>
        <p:nvSpPr>
          <p:cNvPr id="24" name="PlaceHolder 6"/>
          <p:cNvSpPr>
            <a:spLocks noGrp="1"/>
          </p:cNvSpPr>
          <p:nvPr>
            <p:ph type="sldNum" idx="12"/>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uFillTx/>
                <a:latin typeface="Arial"/>
              </a:defRPr>
            </a:lvl1pPr>
          </a:lstStyle>
          <a:p>
            <a:pPr indent="0" algn="r">
              <a:buNone/>
            </a:pPr>
            <a:fld id="{F8123AE7-28CB-4149-B643-650A2946BB04}" type="slidenum">
              <a:rPr b="0" lang="en-US" sz="1400" strike="noStrike" u="none">
                <a:solidFill>
                  <a:srgbClr val="000000"/>
                </a:solidFill>
                <a:uFillTx/>
                <a:latin typeface="Arial"/>
              </a:rPr>
              <a:t>&lt;number&gt;</a:t>
            </a:fld>
            <a:endParaRPr b="0" lang="en-US" sz="1400" strike="noStrike" u="none">
              <a:solidFill>
                <a:srgbClr val="000000"/>
              </a:solidFill>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1371600" y="1143000"/>
            <a:ext cx="4114440" cy="3085920"/>
          </a:xfrm>
          <a:prstGeom prst="rect">
            <a:avLst/>
          </a:prstGeom>
          <a:ln w="0">
            <a:noFill/>
          </a:ln>
        </p:spPr>
      </p:sp>
      <p:sp>
        <p:nvSpPr>
          <p:cNvPr id="83"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n-US" sz="1200" strike="noStrike" u="none">
              <a:solidFill>
                <a:schemeClr val="dk1"/>
              </a:solidFill>
              <a:uFillTx/>
              <a:latin typeface="Calibri"/>
              <a:ea typeface="Calibri"/>
            </a:endParaRPr>
          </a:p>
        </p:txBody>
      </p:sp>
      <p:sp>
        <p:nvSpPr>
          <p:cNvPr id="84"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uFillTx/>
                <a:latin typeface="Calibri"/>
                <a:ea typeface="Calibri"/>
              </a:defRPr>
            </a:lvl1pPr>
          </a:lstStyle>
          <a:p>
            <a:pPr indent="0" algn="r">
              <a:lnSpc>
                <a:spcPct val="100000"/>
              </a:lnSpc>
              <a:buNone/>
              <a:tabLst>
                <a:tab algn="l" pos="0"/>
              </a:tabLst>
            </a:pPr>
            <a:fld id="{FE7B2A4A-EA6B-4398-A4AA-63DA7D99B798}" type="slidenum">
              <a:rPr b="0" lang="en-US" sz="1200" strike="noStrike" u="none">
                <a:solidFill>
                  <a:schemeClr val="dk1"/>
                </a:solidFill>
                <a:uFillTx/>
                <a:latin typeface="Calibri"/>
                <a:ea typeface="Calibri"/>
              </a:rPr>
              <a:t>&lt;number&gt;</a:t>
            </a:fld>
            <a:endParaRPr b="0" lang="en-US" sz="1200" strike="noStrike" u="none">
              <a:solidFill>
                <a:srgbClr val="000000"/>
              </a:solidFill>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US" sz="1400" strike="noStrike" u="none">
              <a:solidFill>
                <a:srgbClr val="000000"/>
              </a:solidFill>
              <a:uFillTx/>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sp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81CD19D-DAC0-4548-90A6-EEB6F42B665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US" sz="1400" strike="noStrike" u="none">
              <a:solidFill>
                <a:srgbClr val="000000"/>
              </a:solidFill>
              <a:uFillTx/>
              <a:latin typeface="Arial"/>
            </a:endParaRPr>
          </a:p>
        </p:txBody>
      </p:sp>
      <p:sp>
        <p:nvSpPr>
          <p:cNvPr id="1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1400" strike="noStrike" u="none">
              <a:solidFill>
                <a:srgbClr val="000000"/>
              </a:solidFill>
              <a:uFillTx/>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E543F53-1C05-48E4-8E4B-6E258FCE5CF6}"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DD75DE09-A875-47FA-AF4C-52C5838DCA56}" type="slidenum">
              <a:t>&lt;#&gt;</a:t>
            </a:fld>
          </a:p>
        </p:txBody>
      </p:sp>
      <p:sp>
        <p:nvSpPr>
          <p:cNvPr id="4" name="PlaceHolder 3"/>
          <p:cNvSpPr>
            <a:spLocks noGrp="1"/>
          </p:cNvSpPr>
          <p:nvPr>
            <p:ph type="dt" idx="7"/>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rmAutofit/>
          </a:bodyPr>
          <a:p>
            <a:pPr indent="0">
              <a:buNone/>
            </a:pPr>
            <a:r>
              <a:rPr b="0" lang="en-US" sz="4400" strike="noStrike" u="none">
                <a:solidFill>
                  <a:srgbClr val="000000"/>
                </a:solidFill>
                <a:uFillTx/>
                <a:latin typeface="Arial"/>
              </a:rPr>
              <a:t>Double-tap to edit the title text format</a:t>
            </a:r>
            <a:endParaRPr b="0" lang="en-US" sz="4400" strike="noStrike" u="none">
              <a:solidFill>
                <a:srgbClr val="000000"/>
              </a:solidFill>
              <a:uFillTx/>
              <a:latin typeface="Arial"/>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Arial"/>
              </a:defRPr>
            </a:lvl1pPr>
          </a:lstStyle>
          <a:p>
            <a:pPr indent="0">
              <a:buNone/>
            </a:pPr>
            <a:r>
              <a:rPr b="0" lang="en-US" sz="1400" strike="noStrike" u="none">
                <a:solidFill>
                  <a:srgbClr val="000000"/>
                </a:solidFill>
                <a:uFillTx/>
                <a:latin typeface="Arial"/>
              </a:rPr>
              <a:t>&lt;date/time&gt;</a:t>
            </a:r>
            <a:endParaRPr b="0" lang="en-US" sz="1400" strike="noStrike" u="none">
              <a:solidFill>
                <a:srgbClr val="000000"/>
              </a:solidFill>
              <a:uFillTx/>
              <a:latin typeface="Arial"/>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Arial"/>
              </a:defRPr>
            </a:lvl1pPr>
          </a:lstStyle>
          <a:p>
            <a:pPr indent="0" algn="ctr">
              <a:buNone/>
            </a:pPr>
            <a:r>
              <a:rPr b="0" lang="en-US" sz="1400" strike="noStrike" u="none">
                <a:solidFill>
                  <a:srgbClr val="000000"/>
                </a:solidFill>
                <a:uFillTx/>
                <a:latin typeface="Arial"/>
              </a:rPr>
              <a:t>&lt;footer&gt;</a:t>
            </a:r>
            <a:endParaRPr b="0" lang="en-US" sz="1400" strike="noStrike" u="none">
              <a:solidFill>
                <a:srgbClr val="000000"/>
              </a:solidFill>
              <a:uFillTx/>
              <a:latin typeface="Arial"/>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uFillTx/>
                <a:latin typeface="Times New Roman"/>
                <a:ea typeface="Times New Roman"/>
              </a:defRPr>
            </a:lvl1pPr>
          </a:lstStyle>
          <a:p>
            <a:pPr indent="0" algn="r">
              <a:lnSpc>
                <a:spcPct val="100000"/>
              </a:lnSpc>
              <a:buNone/>
              <a:tabLst>
                <a:tab algn="l" pos="0"/>
              </a:tabLst>
            </a:pPr>
            <a:fld id="{AB924C73-C5A8-427E-A054-C6E298EC7133}"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SzPct val="45000"/>
              <a:buFont typeface="Wingdings" charset="2"/>
              <a:buChar char=""/>
            </a:pPr>
            <a:r>
              <a:rPr b="0" lang="en-US" sz="1400" strike="noStrike" u="none">
                <a:solidFill>
                  <a:srgbClr val="000000"/>
                </a:solidFill>
                <a:uFillTx/>
                <a:latin typeface="Arial"/>
              </a:rPr>
              <a:t>Double-tap to edit the outline text format</a:t>
            </a:r>
            <a:endParaRPr b="0" lang="en-US" sz="1400" strike="noStrike" u="none">
              <a:solidFill>
                <a:srgbClr val="000000"/>
              </a:solidFill>
              <a:uFillTx/>
              <a:latin typeface="Arial"/>
            </a:endParaRPr>
          </a:p>
          <a:p>
            <a:pPr lvl="1" marL="864000" indent="-324000">
              <a:spcBef>
                <a:spcPts val="1134"/>
              </a:spcBef>
              <a:buSzPct val="75000"/>
              <a:buFont typeface="Symbol" charset="2"/>
              <a:buChar char=""/>
            </a:pPr>
            <a:r>
              <a:rPr b="0" lang="en-US" sz="1400" strike="noStrike" u="none">
                <a:solidFill>
                  <a:srgbClr val="000000"/>
                </a:solidFill>
                <a:uFillTx/>
                <a:latin typeface="Arial"/>
              </a:rPr>
              <a:t>Second Outline Level</a:t>
            </a:r>
            <a:endParaRPr b="0" lang="en-US" sz="1400" strike="noStrike" u="none">
              <a:solidFill>
                <a:srgbClr val="000000"/>
              </a:solidFill>
              <a:uFillTx/>
              <a:latin typeface="Arial"/>
            </a:endParaRPr>
          </a:p>
          <a:p>
            <a:pPr lvl="2" marL="1296000" indent="-288000">
              <a:spcBef>
                <a:spcPts val="850"/>
              </a:spcBef>
              <a:buSzPct val="45000"/>
              <a:buFont typeface="Wingdings" charset="2"/>
              <a:buChar char=""/>
            </a:pPr>
            <a:r>
              <a:rPr b="0" lang="en-US" sz="1400" strike="noStrike" u="none">
                <a:solidFill>
                  <a:srgbClr val="000000"/>
                </a:solidFill>
                <a:uFillTx/>
                <a:latin typeface="Arial"/>
              </a:rPr>
              <a:t>Third Outline Level</a:t>
            </a:r>
            <a:endParaRPr b="0" lang="en-US" sz="1400" strike="noStrike" u="none">
              <a:solidFill>
                <a:srgbClr val="000000"/>
              </a:solidFill>
              <a:uFillTx/>
              <a:latin typeface="Arial"/>
            </a:endParaRPr>
          </a:p>
          <a:p>
            <a:pPr lvl="3" marL="1728000" indent="-216000">
              <a:spcBef>
                <a:spcPts val="567"/>
              </a:spcBef>
              <a:buSzPct val="75000"/>
              <a:buFont typeface="Symbol" charset="2"/>
              <a:buChar char=""/>
            </a:pPr>
            <a:r>
              <a:rPr b="0" lang="en-US" sz="1400" strike="noStrike" u="none">
                <a:solidFill>
                  <a:srgbClr val="000000"/>
                </a:solidFill>
                <a:uFillTx/>
                <a:latin typeface="Arial"/>
              </a:rPr>
              <a:t>Fourth Outline Level</a:t>
            </a:r>
            <a:endParaRPr b="0" lang="en-US" sz="1400" strike="noStrike" u="none">
              <a:solidFill>
                <a:srgbClr val="000000"/>
              </a:solidFill>
              <a:uFillTx/>
              <a:latin typeface="Arial"/>
            </a:endParaRPr>
          </a:p>
          <a:p>
            <a:pPr lvl="4" marL="2160000" indent="-216000">
              <a:spcBef>
                <a:spcPts val="283"/>
              </a:spcBef>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buNone/>
            </a:pPr>
            <a:r>
              <a:rPr b="0" lang="en-US" sz="4400" strike="noStrike" u="none">
                <a:solidFill>
                  <a:srgbClr val="000000"/>
                </a:solidFill>
                <a:uFillTx/>
                <a:latin typeface="Arial"/>
              </a:rPr>
              <a:t>Double-tap to edit the title text format</a:t>
            </a:r>
            <a:endParaRPr b="0" lang="en-US" sz="4400" strike="noStrike" u="none">
              <a:solidFill>
                <a:srgbClr val="000000"/>
              </a:solidFill>
              <a:uFillTx/>
              <a:latin typeface="Arial"/>
            </a:endParaRPr>
          </a:p>
        </p:txBody>
      </p:sp>
      <p:sp>
        <p:nvSpPr>
          <p:cNvPr id="8" name="PlaceHolder 2"/>
          <p:cNvSpPr>
            <a:spLocks noGrp="1"/>
          </p:cNvSpPr>
          <p:nvPr>
            <p:ph type="body"/>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432000" indent="-324000">
              <a:spcBef>
                <a:spcPts val="1417"/>
              </a:spcBef>
              <a:buSzPct val="45000"/>
              <a:buFont typeface="Wingdings" charset="2"/>
              <a:buChar char=""/>
            </a:pPr>
            <a:r>
              <a:rPr b="0" lang="en-US" sz="3200" strike="noStrike" u="none">
                <a:solidFill>
                  <a:srgbClr val="000000"/>
                </a:solidFill>
                <a:uFillTx/>
                <a:latin typeface="Arial"/>
              </a:rPr>
              <a:t>Double-tap to edit the outline text format</a:t>
            </a:r>
            <a:endParaRPr b="0" lang="en-US" sz="3200" strike="noStrike" u="none">
              <a:solidFill>
                <a:srgbClr val="000000"/>
              </a:solidFill>
              <a:uFillTx/>
              <a:latin typeface="Arial"/>
            </a:endParaRPr>
          </a:p>
          <a:p>
            <a:pPr lvl="1" marL="864000" indent="-324000">
              <a:spcBef>
                <a:spcPts val="1134"/>
              </a:spcBef>
              <a:buSzPct val="75000"/>
              <a:buFont typeface="Symbol" charset="2"/>
              <a:buChar char=""/>
            </a:pPr>
            <a:r>
              <a:rPr b="0" lang="en-US" sz="3200" strike="noStrike" u="none">
                <a:solidFill>
                  <a:srgbClr val="000000"/>
                </a:solidFill>
                <a:uFillTx/>
                <a:latin typeface="Arial"/>
              </a:rPr>
              <a:t>Second Outline Level</a:t>
            </a:r>
            <a:endParaRPr b="0" lang="en-US" sz="3200" strike="noStrike" u="none">
              <a:solidFill>
                <a:srgbClr val="000000"/>
              </a:solidFill>
              <a:uFillTx/>
              <a:latin typeface="Arial"/>
            </a:endParaRPr>
          </a:p>
          <a:p>
            <a:pPr lvl="2" marL="1296000" indent="-288000">
              <a:spcBef>
                <a:spcPts val="850"/>
              </a:spcBef>
              <a:buSzPct val="45000"/>
              <a:buFont typeface="Wingdings" charset="2"/>
              <a:buChar char=""/>
            </a:pPr>
            <a:r>
              <a:rPr b="0" lang="en-US" sz="3200" strike="noStrike" u="none">
                <a:solidFill>
                  <a:srgbClr val="000000"/>
                </a:solidFill>
                <a:uFillTx/>
                <a:latin typeface="Arial"/>
              </a:rPr>
              <a:t>Third Outline Level</a:t>
            </a:r>
            <a:endParaRPr b="0" lang="en-US" sz="3200" strike="noStrike" u="none">
              <a:solidFill>
                <a:srgbClr val="000000"/>
              </a:solidFill>
              <a:uFillTx/>
              <a:latin typeface="Arial"/>
            </a:endParaRPr>
          </a:p>
          <a:p>
            <a:pPr lvl="3" marL="1728000" indent="-216000">
              <a:spcBef>
                <a:spcPts val="567"/>
              </a:spcBef>
              <a:buSzPct val="75000"/>
              <a:buFont typeface="Symbol" charset="2"/>
              <a:buChar char=""/>
            </a:pPr>
            <a:r>
              <a:rPr b="0" lang="en-US" sz="3200" strike="noStrike" u="none">
                <a:solidFill>
                  <a:srgbClr val="000000"/>
                </a:solidFill>
                <a:uFillTx/>
                <a:latin typeface="Arial"/>
              </a:rPr>
              <a:t>Fourth Outline Level</a:t>
            </a:r>
            <a:endParaRPr b="0" lang="en-US" sz="3200" strike="noStrike" u="none">
              <a:solidFill>
                <a:srgbClr val="000000"/>
              </a:solidFill>
              <a:uFillTx/>
              <a:latin typeface="Arial"/>
            </a:endParaRPr>
          </a:p>
          <a:p>
            <a:pPr lvl="4" marL="2160000" indent="-216000">
              <a:spcBef>
                <a:spcPts val="283"/>
              </a:spcBef>
              <a:buSzPct val="45000"/>
              <a:buFont typeface="Wingdings" charset="2"/>
              <a:buChar char=""/>
            </a:pPr>
            <a:r>
              <a:rPr b="0" lang="en-US" sz="3200" strike="noStrike" u="none">
                <a:solidFill>
                  <a:srgbClr val="000000"/>
                </a:solidFill>
                <a:uFillTx/>
                <a:latin typeface="Arial"/>
              </a:rPr>
              <a:t>Fifth Outline Level</a:t>
            </a:r>
            <a:endParaRPr b="0" lang="en-US" sz="3200" strike="noStrike" u="none">
              <a:solidFill>
                <a:srgbClr val="000000"/>
              </a:solidFill>
              <a:uFillTx/>
              <a:latin typeface="Arial"/>
            </a:endParaRPr>
          </a:p>
          <a:p>
            <a:pPr lvl="5" marL="2592000" indent="-216000">
              <a:spcBef>
                <a:spcPts val="283"/>
              </a:spcBef>
              <a:buSzPct val="45000"/>
              <a:buFont typeface="Wingdings" charset="2"/>
              <a:buChar char=""/>
            </a:pPr>
            <a:r>
              <a:rPr b="0" lang="en-US" sz="3200" strike="noStrike" u="none">
                <a:solidFill>
                  <a:srgbClr val="000000"/>
                </a:solidFill>
                <a:uFillTx/>
                <a:latin typeface="Arial"/>
              </a:rPr>
              <a:t>Sixth Outline Level</a:t>
            </a:r>
            <a:endParaRPr b="0" lang="en-US" sz="3200" strike="noStrike" u="none">
              <a:solidFill>
                <a:srgbClr val="000000"/>
              </a:solidFill>
              <a:uFillTx/>
              <a:latin typeface="Arial"/>
            </a:endParaRPr>
          </a:p>
          <a:p>
            <a:pPr lvl="6" marL="3024000" indent="-216000">
              <a:spcBef>
                <a:spcPts val="283"/>
              </a:spcBef>
              <a:buSzPct val="45000"/>
              <a:buFont typeface="Wingdings" charset="2"/>
              <a:buChar char=""/>
            </a:pPr>
            <a:r>
              <a:rPr b="0" lang="en-US" sz="3200" strike="noStrike" u="none">
                <a:solidFill>
                  <a:srgbClr val="000000"/>
                </a:solidFill>
                <a:uFillTx/>
                <a:latin typeface="Arial"/>
              </a:rPr>
              <a:t>Seventh Outline Level</a:t>
            </a:r>
            <a:endParaRPr b="0" lang="en-US" sz="3200" strike="noStrike" u="none">
              <a:solidFill>
                <a:srgbClr val="000000"/>
              </a:solidFill>
              <a:uFillTx/>
              <a:latin typeface="Arial"/>
            </a:endParaRPr>
          </a:p>
        </p:txBody>
      </p:sp>
      <p:sp>
        <p:nvSpPr>
          <p:cNvPr id="9" name="PlaceHolder 3"/>
          <p:cNvSpPr>
            <a:spLocks noGrp="1"/>
          </p:cNvSpPr>
          <p:nvPr>
            <p:ph type="dt" idx="4"/>
          </p:nvPr>
        </p:nvSpPr>
        <p:spPr>
          <a:xfrm>
            <a:off x="457200" y="6356520"/>
            <a:ext cx="2133360" cy="364680"/>
          </a:xfrm>
          <a:prstGeom prst="rect">
            <a:avLst/>
          </a:prstGeom>
          <a:solidFill>
            <a:schemeClr val="lt1"/>
          </a:solidFill>
          <a:ln w="25560">
            <a:solidFill>
              <a:schemeClr val="accent1"/>
            </a:solidFill>
            <a:round/>
          </a:ln>
        </p:spPr>
        <p:txBody>
          <a:bodyPr lIns="91440" rIns="91440" tIns="45720" bIns="45720" anchor="ctr">
            <a:noAutofit/>
          </a:bodyPr>
          <a:lstStyle>
            <a:lvl1pPr indent="0">
              <a:buNone/>
              <a:defRPr b="0" lang="en-US" sz="1400" strike="noStrike" u="none">
                <a:solidFill>
                  <a:srgbClr val="000000"/>
                </a:solidFill>
                <a:uFillTx/>
                <a:latin typeface="Arial"/>
              </a:defRPr>
            </a:lvl1pPr>
          </a:lstStyle>
          <a:p>
            <a:pPr indent="0">
              <a:buNone/>
            </a:pPr>
            <a:r>
              <a:rPr b="0" lang="en-US" sz="1400" strike="noStrike" u="none">
                <a:solidFill>
                  <a:srgbClr val="000000"/>
                </a:solidFill>
                <a:uFillTx/>
                <a:latin typeface="Arial"/>
              </a:rPr>
              <a:t>&lt;date/time&gt;</a:t>
            </a:r>
            <a:endParaRPr b="0" lang="en-US" sz="1400" strike="noStrike" u="none">
              <a:solidFill>
                <a:srgbClr val="000000"/>
              </a:solidFill>
              <a:uFillTx/>
              <a:latin typeface="Arial"/>
            </a:endParaRPr>
          </a:p>
        </p:txBody>
      </p:sp>
      <p:sp>
        <p:nvSpPr>
          <p:cNvPr id="10" name="PlaceHolder 4"/>
          <p:cNvSpPr>
            <a:spLocks noGrp="1"/>
          </p:cNvSpPr>
          <p:nvPr>
            <p:ph type="ftr" idx="5"/>
          </p:nvPr>
        </p:nvSpPr>
        <p:spPr>
          <a:xfrm>
            <a:off x="3124080" y="6356520"/>
            <a:ext cx="289512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buNone/>
              <a:defRPr b="0" lang="en-US" sz="1400" strike="noStrike" u="none">
                <a:solidFill>
                  <a:srgbClr val="000000"/>
                </a:solidFill>
                <a:uFillTx/>
                <a:latin typeface="Arial"/>
              </a:defRPr>
            </a:lvl1pPr>
          </a:lstStyle>
          <a:p>
            <a:pPr indent="0" algn="ctr">
              <a:buNone/>
            </a:pPr>
            <a:r>
              <a:rPr b="0" lang="en-US" sz="1400" strike="noStrike" u="none">
                <a:solidFill>
                  <a:srgbClr val="000000"/>
                </a:solidFill>
                <a:uFillTx/>
                <a:latin typeface="Arial"/>
              </a:rPr>
              <a:t>&lt;footer&gt;</a:t>
            </a:r>
            <a:endParaRPr b="0" lang="en-US" sz="1400" strike="noStrike" u="none">
              <a:solidFill>
                <a:srgbClr val="000000"/>
              </a:solidFill>
              <a:uFillTx/>
              <a:latin typeface="Arial"/>
            </a:endParaRPr>
          </a:p>
        </p:txBody>
      </p:sp>
      <p:sp>
        <p:nvSpPr>
          <p:cNvPr id="11" name="PlaceHolder 5"/>
          <p:cNvSpPr>
            <a:spLocks noGrp="1"/>
          </p:cNvSpPr>
          <p:nvPr>
            <p:ph type="sldNum" idx="6"/>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622B2138-1EDE-4471-A67E-1C0B571DD53F}"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Arial"/>
              </a:defRPr>
            </a:lvl1pPr>
          </a:lstStyle>
          <a:p>
            <a:pPr indent="0">
              <a:buNone/>
            </a:pPr>
            <a:r>
              <a:rPr b="0" lang="en-US" sz="1400" strike="noStrike" u="none">
                <a:solidFill>
                  <a:srgbClr val="000000"/>
                </a:solidFill>
                <a:uFillTx/>
                <a:latin typeface="Arial"/>
              </a:rPr>
              <a:t>&lt;date/time&gt;</a:t>
            </a:r>
            <a:endParaRPr b="0" lang="en-US" sz="1400" strike="noStrike" u="none">
              <a:solidFill>
                <a:srgbClr val="000000"/>
              </a:solidFill>
              <a:uFillTx/>
              <a:latin typeface="Arial"/>
            </a:endParaRPr>
          </a:p>
        </p:txBody>
      </p:sp>
      <p:sp>
        <p:nvSpPr>
          <p:cNvPr id="15" name="PlaceHolder 2"/>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Arial"/>
              </a:defRPr>
            </a:lvl1pPr>
          </a:lstStyle>
          <a:p>
            <a:pPr indent="0" algn="ctr">
              <a:buNone/>
            </a:pPr>
            <a:r>
              <a:rPr b="0" lang="en-US" sz="1400" strike="noStrike" u="none">
                <a:solidFill>
                  <a:srgbClr val="000000"/>
                </a:solidFill>
                <a:uFillTx/>
                <a:latin typeface="Arial"/>
              </a:rPr>
              <a:t>&lt;footer&gt;</a:t>
            </a:r>
            <a:endParaRPr b="0" lang="en-US" sz="1400" strike="noStrike" u="none">
              <a:solidFill>
                <a:srgbClr val="000000"/>
              </a:solidFill>
              <a:uFillTx/>
              <a:latin typeface="Arial"/>
            </a:endParaRPr>
          </a:p>
        </p:txBody>
      </p:sp>
      <p:sp>
        <p:nvSpPr>
          <p:cNvPr id="16" name="PlaceHolder 3"/>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uFillTx/>
                <a:latin typeface="Times New Roman"/>
                <a:ea typeface="Times New Roman"/>
              </a:defRPr>
            </a:lvl1pPr>
          </a:lstStyle>
          <a:p>
            <a:pPr indent="0" algn="r">
              <a:lnSpc>
                <a:spcPct val="100000"/>
              </a:lnSpc>
              <a:buNone/>
              <a:tabLst>
                <a:tab algn="l" pos="0"/>
              </a:tabLst>
            </a:pPr>
            <a:fld id="{5C2345E2-1B91-4303-83F6-9F15131E27B6}"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
        <p:nvSpPr>
          <p:cNvPr id="17"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400" strike="noStrike" u="none">
                <a:solidFill>
                  <a:srgbClr val="000000"/>
                </a:solidFill>
                <a:uFillTx/>
                <a:latin typeface="Arial"/>
              </a:rPr>
              <a:t>Double-tap to edit the title text format</a:t>
            </a:r>
            <a:endParaRPr b="0" lang="en-US" sz="1400" strike="noStrike" u="none">
              <a:solidFill>
                <a:srgbClr val="000000"/>
              </a:solidFill>
              <a:uFillTx/>
              <a:latin typeface="Arial"/>
            </a:endParaRPr>
          </a:p>
        </p:txBody>
      </p:sp>
      <p:sp>
        <p:nvSpPr>
          <p:cNvPr id="1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SzPct val="45000"/>
              <a:buFont typeface="Wingdings" charset="2"/>
              <a:buChar char=""/>
            </a:pPr>
            <a:r>
              <a:rPr b="0" lang="en-US" sz="1400" strike="noStrike" u="none">
                <a:solidFill>
                  <a:srgbClr val="000000"/>
                </a:solidFill>
                <a:uFillTx/>
                <a:latin typeface="Arial"/>
              </a:rPr>
              <a:t>Double-tap to edit the outline text format</a:t>
            </a:r>
            <a:endParaRPr b="0" lang="en-US" sz="1400" strike="noStrike" u="none">
              <a:solidFill>
                <a:srgbClr val="000000"/>
              </a:solidFill>
              <a:uFillTx/>
              <a:latin typeface="Arial"/>
            </a:endParaRPr>
          </a:p>
          <a:p>
            <a:pPr lvl="1" marL="864000" indent="-324000">
              <a:spcBef>
                <a:spcPts val="1134"/>
              </a:spcBef>
              <a:buSzPct val="75000"/>
              <a:buFont typeface="Symbol" charset="2"/>
              <a:buChar char=""/>
            </a:pPr>
            <a:r>
              <a:rPr b="0" lang="en-US" sz="1400" strike="noStrike" u="none">
                <a:solidFill>
                  <a:srgbClr val="000000"/>
                </a:solidFill>
                <a:uFillTx/>
                <a:latin typeface="Arial"/>
              </a:rPr>
              <a:t>Second Outline Level</a:t>
            </a:r>
            <a:endParaRPr b="0" lang="en-US" sz="1400" strike="noStrike" u="none">
              <a:solidFill>
                <a:srgbClr val="000000"/>
              </a:solidFill>
              <a:uFillTx/>
              <a:latin typeface="Arial"/>
            </a:endParaRPr>
          </a:p>
          <a:p>
            <a:pPr lvl="2" marL="1296000" indent="-288000">
              <a:spcBef>
                <a:spcPts val="850"/>
              </a:spcBef>
              <a:buSzPct val="45000"/>
              <a:buFont typeface="Wingdings" charset="2"/>
              <a:buChar char=""/>
            </a:pPr>
            <a:r>
              <a:rPr b="0" lang="en-US" sz="1400" strike="noStrike" u="none">
                <a:solidFill>
                  <a:srgbClr val="000000"/>
                </a:solidFill>
                <a:uFillTx/>
                <a:latin typeface="Arial"/>
              </a:rPr>
              <a:t>Third Outline Level</a:t>
            </a:r>
            <a:endParaRPr b="0" lang="en-US" sz="1400" strike="noStrike" u="none">
              <a:solidFill>
                <a:srgbClr val="000000"/>
              </a:solidFill>
              <a:uFillTx/>
              <a:latin typeface="Arial"/>
            </a:endParaRPr>
          </a:p>
          <a:p>
            <a:pPr lvl="3" marL="1728000" indent="-216000">
              <a:spcBef>
                <a:spcPts val="567"/>
              </a:spcBef>
              <a:buSzPct val="75000"/>
              <a:buFont typeface="Symbol" charset="2"/>
              <a:buChar char=""/>
            </a:pPr>
            <a:r>
              <a:rPr b="0" lang="en-US" sz="1400" strike="noStrike" u="none">
                <a:solidFill>
                  <a:srgbClr val="000000"/>
                </a:solidFill>
                <a:uFillTx/>
                <a:latin typeface="Arial"/>
              </a:rPr>
              <a:t>Fourth Outline Level</a:t>
            </a:r>
            <a:endParaRPr b="0" lang="en-US" sz="1400" strike="noStrike" u="none">
              <a:solidFill>
                <a:srgbClr val="000000"/>
              </a:solidFill>
              <a:uFillTx/>
              <a:latin typeface="Arial"/>
            </a:endParaRPr>
          </a:p>
          <a:p>
            <a:pPr lvl="4" marL="2160000" indent="-216000">
              <a:spcBef>
                <a:spcPts val="283"/>
              </a:spcBef>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hyperlink" Target="https://docs.openbci.com/" TargetMode="External"/><Relationship Id="rId2" Type="http://schemas.openxmlformats.org/officeDocument/2006/relationships/hyperlink" Target="https://mne.tools/stable/" TargetMode="External"/><Relationship Id="rId3" Type="http://schemas.openxmlformats.org/officeDocument/2006/relationships/hyperlink" Target="https://docs.python.org/3/" TargetMode="External"/><Relationship Id="rId4" Type="http://schemas.openxmlformats.org/officeDocument/2006/relationships/hyperlink" Target="https://scikit-learn.org/stable/user_guide.html" TargetMode="External"/><Relationship Id="rId5" Type="http://schemas.openxmlformats.org/officeDocument/2006/relationships/hyperlink" Target="https://numpy.org/doc/" TargetMode="External"/><Relationship Id="rId6" Type="http://schemas.openxmlformats.org/officeDocument/2006/relationships/hyperlink" Target="https://www.mathworks.com/help/eeg/" TargetMode="External"/><Relationship Id="rId7"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hyperlink" Target="https://mne.tools/stable/" TargetMode="External"/><Relationship Id="rId2" Type="http://schemas.openxmlformats.org/officeDocument/2006/relationships/hyperlink" Target="https://docs.openbci.com/" TargetMode="External"/><Relationship Id="rId3"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5" name="Google Shape;504;p13"/>
          <p:cNvGraphicFramePr/>
          <p:nvPr/>
        </p:nvGraphicFramePr>
        <p:xfrm>
          <a:off x="228600" y="304920"/>
          <a:ext cx="8639280" cy="5765400"/>
        </p:xfrm>
        <a:graphic>
          <a:graphicData uri="http://schemas.openxmlformats.org/drawingml/2006/table">
            <a:tbl>
              <a:tblPr rtl="0" firstCol="0" lastCol="0" firstRow="1" lastRow="0" bandRow="1" bandCol="0"/>
              <a:tblGrid>
                <a:gridCol w="1476720"/>
                <a:gridCol w="351720"/>
                <a:gridCol w="4190760"/>
                <a:gridCol w="2619720"/>
              </a:tblGrid>
              <a:tr h="1752480">
                <a:tc>
                  <a:txBody>
                    <a:bodyPr anchor="t">
                      <a:noAutofit/>
                    </a:bodyPr>
                    <a:p>
                      <a:pPr algn="ctr"/>
                      <a:endParaRPr b="1" lang="en-US" sz="2200" strike="noStrike" u="none">
                        <a:solidFill>
                          <a:schemeClr val="lt1"/>
                        </a:solidFill>
                        <a:uFillTx/>
                        <a:latin typeface="Arial"/>
                        <a:ea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gridSpan="3">
                  <a:txBody>
                    <a:bodyPr anchor="t">
                      <a:noAutofit/>
                    </a:bodyPr>
                    <a:p>
                      <a:pPr algn="ctr">
                        <a:lnSpc>
                          <a:spcPct val="100000"/>
                        </a:lnSpc>
                        <a:tabLst>
                          <a:tab algn="l" pos="0"/>
                        </a:tabLst>
                      </a:pPr>
                      <a:r>
                        <a:rPr b="1" lang="en-US" sz="2800" strike="noStrike" u="none">
                          <a:solidFill>
                            <a:schemeClr val="lt1"/>
                          </a:solidFill>
                          <a:uFillTx/>
                          <a:latin typeface="Arial"/>
                          <a:ea typeface="Arial"/>
                        </a:rPr>
                        <a:t>S.S.V.P.S’s B. S. Deore Polytechnic, Dhule</a:t>
                      </a:r>
                      <a:endParaRPr b="0" lang="en-US" sz="2800" strike="noStrike" u="none">
                        <a:solidFill>
                          <a:srgbClr val="ffffff"/>
                        </a:solidFill>
                        <a:uFillTx/>
                        <a:latin typeface="Arial"/>
                      </a:endParaRPr>
                    </a:p>
                    <a:p>
                      <a:pPr algn="ctr">
                        <a:lnSpc>
                          <a:spcPct val="100000"/>
                        </a:lnSpc>
                        <a:tabLst>
                          <a:tab algn="l" pos="0"/>
                        </a:tabLst>
                      </a:pPr>
                      <a:r>
                        <a:rPr b="1" lang="en-US" sz="3200" strike="noStrike" u="none">
                          <a:solidFill>
                            <a:schemeClr val="lt1"/>
                          </a:solidFill>
                          <a:uFillTx/>
                          <a:latin typeface="Arial"/>
                          <a:ea typeface="Arial"/>
                        </a:rPr>
                        <a:t>Department of Computer Engineering</a:t>
                      </a:r>
                      <a:endParaRPr b="0" lang="en-US" sz="3200" strike="noStrike" u="none">
                        <a:solidFill>
                          <a:srgbClr val="ffffff"/>
                        </a:solidFill>
                        <a:uFillTx/>
                        <a:latin typeface="Arial"/>
                      </a:endParaRPr>
                    </a:p>
                    <a:p>
                      <a:pPr algn="ctr">
                        <a:lnSpc>
                          <a:spcPct val="100000"/>
                        </a:lnSpc>
                        <a:tabLst>
                          <a:tab algn="l" pos="0"/>
                        </a:tabLst>
                      </a:pPr>
                      <a:r>
                        <a:rPr b="0" i="1" lang="en-US" sz="3200" strike="noStrike" u="none">
                          <a:solidFill>
                            <a:schemeClr val="lt1"/>
                          </a:solidFill>
                          <a:uFillTx/>
                          <a:latin typeface="Arial"/>
                          <a:ea typeface="Arial"/>
                        </a:rPr>
                        <a:t>Academic Year : 2026-2027</a:t>
                      </a:r>
                      <a:endParaRPr b="0" lang="en-US" sz="3200" strike="noStrike" u="none">
                        <a:solidFill>
                          <a:srgbClr val="ffffff"/>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r h="592920">
                <a:tc gridSpan="4">
                  <a:txBody>
                    <a:bodyPr anchor="ctr">
                      <a:noAutofit/>
                    </a:bodyPr>
                    <a:p>
                      <a:pPr algn="ctr">
                        <a:lnSpc>
                          <a:spcPct val="100000"/>
                        </a:lnSpc>
                        <a:tabLst>
                          <a:tab algn="l" pos="0"/>
                        </a:tabLst>
                      </a:pPr>
                      <a:r>
                        <a:rPr b="1" lang="en-US" sz="2800" strike="noStrike" u="none">
                          <a:solidFill>
                            <a:srgbClr val="002060"/>
                          </a:solidFill>
                          <a:uFillTx/>
                          <a:latin typeface="Times New Roman"/>
                          <a:ea typeface="Times New Roman"/>
                        </a:rPr>
                        <a:t>SEMINAR AND PROJECT INITIATION COURSE</a:t>
                      </a:r>
                      <a:endParaRPr b="0" lang="en-US" sz="28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r h="488520">
                <a:tc gridSpan="2">
                  <a:txBody>
                    <a:bodyPr anchor="ctr">
                      <a:noAutofit/>
                    </a:bodyPr>
                    <a:p>
                      <a:pPr>
                        <a:lnSpc>
                          <a:spcPct val="100000"/>
                        </a:lnSpc>
                        <a:tabLst>
                          <a:tab algn="l" pos="0"/>
                        </a:tabLst>
                      </a:pPr>
                      <a:r>
                        <a:rPr b="1" lang="en-US" sz="2100" strike="noStrike" u="none">
                          <a:solidFill>
                            <a:srgbClr val="ff0000"/>
                          </a:solidFill>
                          <a:uFillTx/>
                          <a:latin typeface="Arial"/>
                          <a:ea typeface="Arial"/>
                        </a:rPr>
                        <a:t>Sem : CO 5 K</a:t>
                      </a:r>
                      <a:endParaRPr b="0" lang="en-US" sz="21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a:txBody>
                    <a:bodyPr anchor="ctr">
                      <a:noAutofit/>
                    </a:bodyPr>
                    <a:p>
                      <a:pPr algn="ctr">
                        <a:lnSpc>
                          <a:spcPct val="100000"/>
                        </a:lnSpc>
                        <a:tabLst>
                          <a:tab algn="l" pos="0"/>
                        </a:tabLst>
                      </a:pPr>
                      <a:r>
                        <a:rPr b="1" lang="en-US" sz="2400" strike="noStrike" u="none">
                          <a:solidFill>
                            <a:srgbClr val="002060"/>
                          </a:solidFill>
                          <a:uFillTx/>
                          <a:latin typeface="Times New Roman"/>
                          <a:ea typeface="Times New Roman"/>
                        </a:rPr>
                        <a:t>SPI – 315003</a:t>
                      </a:r>
                      <a:endParaRPr b="0" lang="en-US" sz="2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nSpc>
                          <a:spcPct val="100000"/>
                        </a:lnSpc>
                        <a:tabLst>
                          <a:tab algn="l" pos="0"/>
                        </a:tabLst>
                      </a:pPr>
                      <a:r>
                        <a:rPr b="1" lang="en-US" sz="2100" strike="noStrike" u="none">
                          <a:solidFill>
                            <a:srgbClr val="ff0000"/>
                          </a:solidFill>
                          <a:uFillTx/>
                          <a:latin typeface="Arial"/>
                          <a:ea typeface="Arial"/>
                        </a:rPr>
                        <a:t>Date  : 17/10/2026</a:t>
                      </a:r>
                      <a:endParaRPr b="0" lang="en-US" sz="21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88520">
                <a:tc gridSpan="4">
                  <a:txBody>
                    <a:bodyPr anchor="ctr">
                      <a:noAutofit/>
                    </a:bodyPr>
                    <a:p>
                      <a:pPr>
                        <a:lnSpc>
                          <a:spcPct val="100000"/>
                        </a:lnSpc>
                        <a:tabLst>
                          <a:tab algn="l" pos="0"/>
                        </a:tabLst>
                      </a:pPr>
                      <a:r>
                        <a:rPr b="1" lang="en-US" sz="2400" strike="noStrike" u="none">
                          <a:solidFill>
                            <a:schemeClr val="dk2"/>
                          </a:solidFill>
                          <a:uFillTx/>
                          <a:latin typeface="Arial"/>
                          <a:ea typeface="Arial"/>
                        </a:rPr>
                        <a:t>Topic : Brain Computer Interface</a:t>
                      </a:r>
                      <a:endParaRPr b="0" lang="en-US" sz="2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r h="488520">
                <a:tc gridSpan="2">
                  <a:txBody>
                    <a:bodyPr anchor="ctr">
                      <a:noAutofit/>
                    </a:bodyPr>
                    <a:p>
                      <a:pPr algn="ctr">
                        <a:lnSpc>
                          <a:spcPct val="100000"/>
                        </a:lnSpc>
                        <a:tabLst>
                          <a:tab algn="l" pos="0"/>
                        </a:tabLst>
                      </a:pPr>
                      <a:r>
                        <a:rPr b="1" lang="en-US" sz="2400" strike="noStrike" u="none">
                          <a:solidFill>
                            <a:schemeClr val="dk1"/>
                          </a:solidFill>
                          <a:uFillTx/>
                          <a:latin typeface="Arial"/>
                          <a:ea typeface="Arial"/>
                        </a:rPr>
                        <a:t>Roll No.</a:t>
                      </a:r>
                      <a:endParaRPr b="0" lang="en-US" sz="2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gridSpan="2">
                  <a:txBody>
                    <a:bodyPr anchor="ctr">
                      <a:noAutofit/>
                    </a:bodyPr>
                    <a:p>
                      <a:pPr>
                        <a:lnSpc>
                          <a:spcPct val="100000"/>
                        </a:lnSpc>
                        <a:tabLst>
                          <a:tab algn="l" pos="0"/>
                        </a:tabLst>
                      </a:pPr>
                      <a:r>
                        <a:rPr b="1" lang="en-US" sz="2400" strike="noStrike" u="none">
                          <a:solidFill>
                            <a:schemeClr val="dk1"/>
                          </a:solidFill>
                          <a:uFillTx/>
                          <a:latin typeface="Arial"/>
                          <a:ea typeface="Arial"/>
                        </a:rPr>
                        <a:t>Name of Student</a:t>
                      </a:r>
                      <a:endParaRPr b="0" lang="en-US" sz="2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r h="488520">
                <a:tc gridSpan="2">
                  <a:txBody>
                    <a:bodyPr anchor="ctr">
                      <a:noAutofit/>
                    </a:bodyPr>
                    <a:p>
                      <a:pPr algn="ctr">
                        <a:lnSpc>
                          <a:spcPct val="100000"/>
                        </a:lnSpc>
                        <a:tabLst>
                          <a:tab algn="l" pos="0"/>
                        </a:tabLst>
                      </a:pPr>
                      <a:r>
                        <a:rPr b="0" lang="en-US" sz="2000" strike="noStrike" u="none">
                          <a:solidFill>
                            <a:schemeClr val="dk1"/>
                          </a:solidFill>
                          <a:uFillTx/>
                          <a:latin typeface="Arial"/>
                          <a:ea typeface="Arial"/>
                        </a:rPr>
                        <a:t>96</a:t>
                      </a:r>
                      <a:endParaRPr b="0" lang="en-US" sz="20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gridSpan="2">
                  <a:txBody>
                    <a:bodyPr anchor="ctr">
                      <a:noAutofit/>
                    </a:bodyPr>
                    <a:p>
                      <a:pPr>
                        <a:lnSpc>
                          <a:spcPct val="100000"/>
                        </a:lnSpc>
                        <a:tabLst>
                          <a:tab algn="l" pos="0"/>
                        </a:tabLst>
                      </a:pPr>
                      <a:r>
                        <a:rPr b="0" lang="en-US" sz="1800" strike="noStrike" u="none">
                          <a:solidFill>
                            <a:schemeClr val="dk1"/>
                          </a:solidFill>
                          <a:uFillTx/>
                          <a:latin typeface="Arial"/>
                          <a:ea typeface="Arial"/>
                        </a:rPr>
                        <a:t>Sonawane Neeraj Anil</a:t>
                      </a:r>
                      <a:endParaRPr b="0" lang="en-US" sz="18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r h="488520">
                <a:tc gridSpan="2">
                  <a:txBody>
                    <a:bodyPr anchor="ctr">
                      <a:noAutofit/>
                    </a:bodyPr>
                    <a:p>
                      <a:pPr algn="ctr">
                        <a:lnSpc>
                          <a:spcPct val="100000"/>
                        </a:lnSpc>
                        <a:tabLst>
                          <a:tab algn="l" pos="0"/>
                        </a:tabLst>
                      </a:pPr>
                      <a:r>
                        <a:rPr b="0" lang="en-US" sz="2000" strike="noStrike" u="none">
                          <a:solidFill>
                            <a:schemeClr val="dk1"/>
                          </a:solidFill>
                          <a:uFillTx/>
                          <a:latin typeface="Arial"/>
                          <a:ea typeface="Arial"/>
                        </a:rPr>
                        <a:t>91</a:t>
                      </a:r>
                      <a:endParaRPr b="0" lang="en-US" sz="20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gridSpan="2">
                  <a:txBody>
                    <a:bodyPr anchor="ctr">
                      <a:noAutofit/>
                    </a:bodyPr>
                    <a:p>
                      <a:pPr>
                        <a:lnSpc>
                          <a:spcPct val="100000"/>
                        </a:lnSpc>
                        <a:tabLst>
                          <a:tab algn="l" pos="0"/>
                        </a:tabLst>
                      </a:pPr>
                      <a:r>
                        <a:rPr b="0" lang="en-US" sz="1800" strike="noStrike" u="none">
                          <a:solidFill>
                            <a:schemeClr val="dk1"/>
                          </a:solidFill>
                          <a:uFillTx/>
                          <a:latin typeface="Arial"/>
                          <a:ea typeface="Arial"/>
                        </a:rPr>
                        <a:t>Rajput Ranveer Raosaheb</a:t>
                      </a:r>
                      <a:endParaRPr b="0" lang="en-US" sz="18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r h="488520">
                <a:tc gridSpan="2">
                  <a:txBody>
                    <a:bodyPr anchor="ctr">
                      <a:noAutofit/>
                    </a:bodyPr>
                    <a:p>
                      <a:pPr algn="ctr">
                        <a:lnSpc>
                          <a:spcPct val="100000"/>
                        </a:lnSpc>
                        <a:tabLst>
                          <a:tab algn="l" pos="0"/>
                        </a:tabLst>
                      </a:pPr>
                      <a:r>
                        <a:rPr b="0" lang="en-US" sz="2200" strike="noStrike" u="none">
                          <a:solidFill>
                            <a:schemeClr val="dk1"/>
                          </a:solidFill>
                          <a:uFillTx/>
                          <a:latin typeface="Arial"/>
                          <a:ea typeface="Arial"/>
                        </a:rPr>
                        <a:t>80</a:t>
                      </a:r>
                      <a:endParaRPr b="0" lang="en-US" sz="22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gridSpan="2">
                  <a:txBody>
                    <a:bodyPr anchor="ctr">
                      <a:noAutofit/>
                    </a:bodyPr>
                    <a:p>
                      <a:pPr>
                        <a:lnSpc>
                          <a:spcPct val="100000"/>
                        </a:lnSpc>
                        <a:tabLst>
                          <a:tab algn="l" pos="0"/>
                        </a:tabLst>
                      </a:pPr>
                      <a:r>
                        <a:rPr b="0" lang="en-US" sz="1800" strike="noStrike" u="none">
                          <a:solidFill>
                            <a:schemeClr val="dk1"/>
                          </a:solidFill>
                          <a:uFillTx/>
                          <a:latin typeface="Arial"/>
                          <a:ea typeface="Arial"/>
                        </a:rPr>
                        <a:t>Shivade Sai Devidas </a:t>
                      </a:r>
                      <a:endParaRPr b="0" lang="en-US" sz="18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r h="488520">
                <a:tc gridSpan="2">
                  <a:txBody>
                    <a:bodyPr anchor="ctr">
                      <a:noAutofit/>
                    </a:bodyPr>
                    <a:p>
                      <a:pPr algn="ctr">
                        <a:lnSpc>
                          <a:spcPct val="100000"/>
                        </a:lnSpc>
                        <a:tabLst>
                          <a:tab algn="l" pos="0"/>
                        </a:tabLst>
                      </a:pPr>
                      <a:r>
                        <a:rPr b="0" lang="en-US" sz="2200" strike="noStrike" u="none">
                          <a:solidFill>
                            <a:schemeClr val="dk1"/>
                          </a:solidFill>
                          <a:uFillTx/>
                          <a:latin typeface="Arial"/>
                          <a:ea typeface="Arial"/>
                        </a:rPr>
                        <a:t>126</a:t>
                      </a:r>
                      <a:endParaRPr b="0" lang="en-US" sz="22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c gridSpan="2">
                  <a:txBody>
                    <a:bodyPr anchor="ctr">
                      <a:noAutofit/>
                    </a:bodyPr>
                    <a:p>
                      <a:pPr>
                        <a:lnSpc>
                          <a:spcPct val="100000"/>
                        </a:lnSpc>
                        <a:tabLst>
                          <a:tab algn="l" pos="0"/>
                        </a:tabLst>
                      </a:pPr>
                      <a:r>
                        <a:rPr b="0" lang="en-US" sz="1800" strike="noStrike" u="none">
                          <a:solidFill>
                            <a:schemeClr val="dk1"/>
                          </a:solidFill>
                          <a:uFillTx/>
                          <a:latin typeface="Arial"/>
                          <a:ea typeface="Arial"/>
                        </a:rPr>
                        <a:t>More Nayan Jagdish </a:t>
                      </a:r>
                      <a:endParaRPr b="0" lang="en-US" sz="18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9fc9ff"/>
                    </a:solidFill>
                  </a:tcPr>
                </a:tc>
              </a:tr>
            </a:tbl>
          </a:graphicData>
        </a:graphic>
      </p:graphicFrame>
      <p:pic>
        <p:nvPicPr>
          <p:cNvPr id="26" name="Google Shape;505;p13" descr="ssvpslogo.png"/>
          <p:cNvPicPr/>
          <p:nvPr/>
        </p:nvPicPr>
        <p:blipFill>
          <a:blip r:embed="rId1"/>
          <a:stretch/>
        </p:blipFill>
        <p:spPr>
          <a:xfrm>
            <a:off x="380880" y="457200"/>
            <a:ext cx="1218960" cy="16268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fontScale="77500" lnSpcReduction="19999"/>
          </a:bodyPr>
          <a:p>
            <a:pPr marL="514440" indent="-483840">
              <a:lnSpc>
                <a:spcPct val="100000"/>
              </a:lnSpc>
              <a:buClr>
                <a:srgbClr val="000000"/>
              </a:buClr>
              <a:buFont typeface="Arial"/>
              <a:buChar char="•"/>
            </a:pPr>
            <a:r>
              <a:rPr b="0" lang="en-US" sz="3200" strike="noStrike" u="none">
                <a:solidFill>
                  <a:schemeClr val="dk1"/>
                </a:solidFill>
                <a:uFillTx/>
                <a:latin typeface="Times New Roman"/>
                <a:ea typeface="Times New Roman"/>
              </a:rPr>
              <a:t>Certificate</a:t>
            </a:r>
            <a:endParaRPr b="0" lang="en-US" sz="3200" strike="noStrike" u="none">
              <a:solidFill>
                <a:srgbClr val="000000"/>
              </a:solidFill>
              <a:uFillTx/>
              <a:latin typeface="Arial"/>
            </a:endParaRPr>
          </a:p>
          <a:p>
            <a:pPr marL="514440" indent="-483840">
              <a:lnSpc>
                <a:spcPct val="100000"/>
              </a:lnSpc>
              <a:spcBef>
                <a:spcPts val="496"/>
              </a:spcBef>
              <a:buClr>
                <a:srgbClr val="000000"/>
              </a:buClr>
              <a:buFont typeface="Arial"/>
              <a:buChar char="•"/>
            </a:pPr>
            <a:r>
              <a:rPr b="0" lang="en-US" sz="3200" strike="noStrike" u="none">
                <a:solidFill>
                  <a:schemeClr val="dk1"/>
                </a:solidFill>
                <a:uFillTx/>
                <a:latin typeface="Times New Roman"/>
                <a:ea typeface="Times New Roman"/>
              </a:rPr>
              <a:t>Abstract </a:t>
            </a:r>
            <a:endParaRPr b="0" lang="en-US" sz="3200" strike="noStrike" u="none">
              <a:solidFill>
                <a:srgbClr val="000000"/>
              </a:solidFill>
              <a:uFillTx/>
              <a:latin typeface="Arial"/>
            </a:endParaRPr>
          </a:p>
          <a:p>
            <a:pPr marL="514440" indent="-483840">
              <a:lnSpc>
                <a:spcPct val="100000"/>
              </a:lnSpc>
              <a:spcBef>
                <a:spcPts val="496"/>
              </a:spcBef>
              <a:buClr>
                <a:srgbClr val="000000"/>
              </a:buClr>
              <a:buFont typeface="Arial"/>
              <a:buAutoNum type="arabicPeriod"/>
            </a:pPr>
            <a:r>
              <a:rPr b="0" lang="en-US" sz="3200" strike="noStrike" u="none">
                <a:solidFill>
                  <a:schemeClr val="dk1"/>
                </a:solidFill>
                <a:uFillTx/>
                <a:latin typeface="Times New Roman"/>
                <a:ea typeface="Times New Roman"/>
              </a:rPr>
              <a:t>Introduction</a:t>
            </a:r>
            <a:endParaRPr b="0" lang="en-US" sz="3200" strike="noStrike" u="none">
              <a:solidFill>
                <a:srgbClr val="000000"/>
              </a:solidFill>
              <a:uFillTx/>
              <a:latin typeface="Arial"/>
            </a:endParaRPr>
          </a:p>
          <a:p>
            <a:pPr marL="514440" indent="-483840">
              <a:lnSpc>
                <a:spcPct val="100000"/>
              </a:lnSpc>
              <a:spcBef>
                <a:spcPts val="496"/>
              </a:spcBef>
              <a:buClr>
                <a:srgbClr val="000000"/>
              </a:buClr>
              <a:buFont typeface="Arial"/>
              <a:buAutoNum type="arabicPeriod"/>
            </a:pPr>
            <a:r>
              <a:rPr b="0" lang="en-US" sz="3200" strike="noStrike" u="none">
                <a:solidFill>
                  <a:schemeClr val="dk1"/>
                </a:solidFill>
                <a:uFillTx/>
                <a:latin typeface="Times New Roman"/>
                <a:ea typeface="Times New Roman"/>
              </a:rPr>
              <a:t>Literature Review</a:t>
            </a:r>
            <a:endParaRPr b="0" lang="en-US" sz="3200" strike="noStrike" u="none">
              <a:solidFill>
                <a:srgbClr val="000000"/>
              </a:solidFill>
              <a:uFillTx/>
              <a:latin typeface="Arial"/>
            </a:endParaRPr>
          </a:p>
          <a:p>
            <a:pPr marL="514440" indent="-483840">
              <a:lnSpc>
                <a:spcPct val="100000"/>
              </a:lnSpc>
              <a:spcBef>
                <a:spcPts val="496"/>
              </a:spcBef>
              <a:buClr>
                <a:srgbClr val="000000"/>
              </a:buClr>
              <a:buFont typeface="Arial"/>
              <a:buAutoNum type="arabicPeriod"/>
            </a:pPr>
            <a:r>
              <a:rPr b="0" lang="en-US" sz="3200" strike="noStrike" u="none">
                <a:solidFill>
                  <a:schemeClr val="dk1"/>
                </a:solidFill>
                <a:uFillTx/>
                <a:latin typeface="Times New Roman"/>
                <a:ea typeface="Times New Roman"/>
              </a:rPr>
              <a:t>Information to Seminar topic</a:t>
            </a:r>
            <a:endParaRPr b="0" lang="en-US" sz="3200" strike="noStrike" u="none">
              <a:solidFill>
                <a:srgbClr val="000000"/>
              </a:solidFill>
              <a:uFillTx/>
              <a:latin typeface="Arial"/>
            </a:endParaRPr>
          </a:p>
          <a:p>
            <a:pPr marL="514440" indent="-483840">
              <a:lnSpc>
                <a:spcPct val="100000"/>
              </a:lnSpc>
              <a:spcBef>
                <a:spcPts val="496"/>
              </a:spcBef>
              <a:buClr>
                <a:srgbClr val="000000"/>
              </a:buClr>
              <a:buFont typeface="Arial"/>
              <a:buAutoNum type="arabicPeriod"/>
            </a:pPr>
            <a:r>
              <a:rPr b="0" lang="en-US" sz="3200" strike="noStrike" u="none">
                <a:solidFill>
                  <a:schemeClr val="dk1"/>
                </a:solidFill>
                <a:uFillTx/>
                <a:latin typeface="Times New Roman"/>
                <a:ea typeface="Times New Roman"/>
              </a:rPr>
              <a:t>Advantages and Disadvantages</a:t>
            </a:r>
            <a:endParaRPr b="0" lang="en-US" sz="3200" strike="noStrike" u="none">
              <a:solidFill>
                <a:srgbClr val="000000"/>
              </a:solidFill>
              <a:uFillTx/>
              <a:latin typeface="Arial"/>
            </a:endParaRPr>
          </a:p>
          <a:p>
            <a:pPr marL="514440" indent="-483840">
              <a:lnSpc>
                <a:spcPct val="100000"/>
              </a:lnSpc>
              <a:spcBef>
                <a:spcPts val="496"/>
              </a:spcBef>
              <a:buClr>
                <a:srgbClr val="000000"/>
              </a:buClr>
              <a:buFont typeface="Arial"/>
              <a:buAutoNum type="arabicPeriod"/>
            </a:pPr>
            <a:r>
              <a:rPr b="0" lang="en-US" sz="3200" strike="noStrike" u="none">
                <a:solidFill>
                  <a:schemeClr val="dk1"/>
                </a:solidFill>
                <a:uFillTx/>
                <a:latin typeface="Times New Roman"/>
                <a:ea typeface="Times New Roman"/>
              </a:rPr>
              <a:t>Conclusion</a:t>
            </a:r>
            <a:endParaRPr b="0" lang="en-US" sz="3200" strike="noStrike" u="none">
              <a:solidFill>
                <a:srgbClr val="000000"/>
              </a:solidFill>
              <a:uFillTx/>
              <a:latin typeface="Arial"/>
            </a:endParaRPr>
          </a:p>
          <a:p>
            <a:pPr marL="514440" indent="-483840">
              <a:lnSpc>
                <a:spcPct val="100000"/>
              </a:lnSpc>
              <a:spcBef>
                <a:spcPts val="496"/>
              </a:spcBef>
              <a:buClr>
                <a:srgbClr val="000000"/>
              </a:buClr>
              <a:buFont typeface="Arial"/>
              <a:buAutoNum type="arabicPeriod"/>
            </a:pPr>
            <a:r>
              <a:rPr b="0" lang="en-US" sz="3200" strike="noStrike" u="none">
                <a:solidFill>
                  <a:schemeClr val="dk1"/>
                </a:solidFill>
                <a:uFillTx/>
                <a:latin typeface="Times New Roman"/>
                <a:ea typeface="Times New Roman"/>
              </a:rPr>
              <a:t>Project Initiation : </a:t>
            </a:r>
            <a:endParaRPr b="0" lang="en-US" sz="3200" strike="noStrike" u="none">
              <a:solidFill>
                <a:srgbClr val="000000"/>
              </a:solidFill>
              <a:uFillTx/>
              <a:latin typeface="Arial"/>
            </a:endParaRPr>
          </a:p>
          <a:p>
            <a:pPr marL="743040" indent="0">
              <a:lnSpc>
                <a:spcPct val="100000"/>
              </a:lnSpc>
              <a:spcBef>
                <a:spcPts val="434"/>
              </a:spcBef>
              <a:buNone/>
              <a:tabLst>
                <a:tab algn="l" pos="0"/>
              </a:tabLst>
            </a:pPr>
            <a:r>
              <a:rPr b="0" lang="en-US" sz="2800" strike="noStrike" u="none">
                <a:solidFill>
                  <a:schemeClr val="dk1"/>
                </a:solidFill>
                <a:uFillTx/>
                <a:latin typeface="Times New Roman"/>
                <a:ea typeface="Times New Roman"/>
              </a:rPr>
              <a:t>6. 1 Description of Problem Statement.</a:t>
            </a:r>
            <a:endParaRPr b="0" lang="en-US" sz="2800" strike="noStrike" u="none">
              <a:solidFill>
                <a:srgbClr val="000000"/>
              </a:solidFill>
              <a:uFillTx/>
              <a:latin typeface="Arial"/>
            </a:endParaRPr>
          </a:p>
          <a:p>
            <a:pPr marL="743040" indent="0">
              <a:lnSpc>
                <a:spcPct val="100000"/>
              </a:lnSpc>
              <a:spcBef>
                <a:spcPts val="434"/>
              </a:spcBef>
              <a:buNone/>
              <a:tabLst>
                <a:tab algn="l" pos="0"/>
              </a:tabLst>
            </a:pPr>
            <a:r>
              <a:rPr b="0" lang="en-US" sz="2800" strike="noStrike" u="none">
                <a:solidFill>
                  <a:schemeClr val="dk1"/>
                </a:solidFill>
                <a:uFillTx/>
                <a:latin typeface="Times New Roman"/>
                <a:ea typeface="Times New Roman"/>
              </a:rPr>
              <a:t>6. 2 Scope and Objectives.</a:t>
            </a:r>
            <a:endParaRPr b="0" lang="en-US" sz="2800" strike="noStrike" u="none">
              <a:solidFill>
                <a:srgbClr val="000000"/>
              </a:solidFill>
              <a:uFillTx/>
              <a:latin typeface="Arial"/>
            </a:endParaRPr>
          </a:p>
          <a:p>
            <a:pPr marL="743040" indent="0">
              <a:lnSpc>
                <a:spcPct val="100000"/>
              </a:lnSpc>
              <a:spcBef>
                <a:spcPts val="434"/>
              </a:spcBef>
              <a:buNone/>
              <a:tabLst>
                <a:tab algn="l" pos="0"/>
              </a:tabLst>
            </a:pPr>
            <a:r>
              <a:rPr b="0" lang="en-US" sz="2800" strike="noStrike" u="none">
                <a:solidFill>
                  <a:schemeClr val="dk1"/>
                </a:solidFill>
                <a:uFillTx/>
                <a:latin typeface="Times New Roman"/>
                <a:ea typeface="Times New Roman"/>
              </a:rPr>
              <a:t>6. 3 Stake holder</a:t>
            </a:r>
            <a:endParaRPr b="0" lang="en-US" sz="2800" strike="noStrike" u="none">
              <a:solidFill>
                <a:srgbClr val="000000"/>
              </a:solidFill>
              <a:uFillTx/>
              <a:latin typeface="Arial"/>
            </a:endParaRPr>
          </a:p>
          <a:p>
            <a:pPr marL="743040" indent="0">
              <a:lnSpc>
                <a:spcPct val="100000"/>
              </a:lnSpc>
              <a:spcBef>
                <a:spcPts val="434"/>
              </a:spcBef>
              <a:buNone/>
              <a:tabLst>
                <a:tab algn="l" pos="0"/>
              </a:tabLst>
            </a:pPr>
            <a:r>
              <a:rPr b="0" lang="en-US" sz="2800" strike="noStrike" u="none">
                <a:solidFill>
                  <a:schemeClr val="dk1"/>
                </a:solidFill>
                <a:uFillTx/>
                <a:latin typeface="Times New Roman"/>
                <a:ea typeface="Times New Roman"/>
              </a:rPr>
              <a:t>6. 4 Seminar Discussion Plan</a:t>
            </a:r>
            <a:endParaRPr b="0" lang="en-US" sz="2800" strike="noStrike" u="none">
              <a:solidFill>
                <a:srgbClr val="000000"/>
              </a:solidFill>
              <a:uFillTx/>
              <a:latin typeface="Arial"/>
            </a:endParaRPr>
          </a:p>
          <a:p>
            <a:pPr marL="743040" indent="0">
              <a:lnSpc>
                <a:spcPct val="100000"/>
              </a:lnSpc>
              <a:spcBef>
                <a:spcPts val="434"/>
              </a:spcBef>
              <a:buNone/>
              <a:tabLst>
                <a:tab algn="l" pos="0"/>
              </a:tabLst>
            </a:pPr>
            <a:r>
              <a:rPr b="0" lang="en-US" sz="2800" strike="noStrike" u="none">
                <a:solidFill>
                  <a:schemeClr val="dk1"/>
                </a:solidFill>
                <a:uFillTx/>
                <a:latin typeface="Times New Roman"/>
                <a:ea typeface="Times New Roman"/>
              </a:rPr>
              <a:t>6.5 Platform/ Equipment/ Resources identification.</a:t>
            </a:r>
            <a:endParaRPr b="0" lang="en-US" sz="2800" strike="noStrike" u="none">
              <a:solidFill>
                <a:srgbClr val="000000"/>
              </a:solidFill>
              <a:uFillTx/>
              <a:latin typeface="Arial"/>
            </a:endParaRPr>
          </a:p>
          <a:p>
            <a:pPr marL="487800" indent="-457200">
              <a:lnSpc>
                <a:spcPct val="100000"/>
              </a:lnSpc>
              <a:spcBef>
                <a:spcPts val="496"/>
              </a:spcBef>
              <a:buClr>
                <a:srgbClr val="000000"/>
              </a:buClr>
              <a:buFont typeface="Arial"/>
              <a:buChar char="•"/>
              <a:tabLst>
                <a:tab algn="l" pos="0"/>
              </a:tabLst>
            </a:pPr>
            <a:r>
              <a:rPr b="0" lang="en-US" sz="3200" strike="noStrike" u="none">
                <a:solidFill>
                  <a:schemeClr val="dk1"/>
                </a:solidFill>
                <a:uFillTx/>
                <a:latin typeface="Times New Roman"/>
                <a:ea typeface="Times New Roman"/>
              </a:rPr>
              <a:t>Bibliography</a:t>
            </a:r>
            <a:endParaRPr b="0" lang="en-US" sz="3200" strike="noStrike" u="none">
              <a:solidFill>
                <a:srgbClr val="000000"/>
              </a:solidFill>
              <a:uFillTx/>
              <a:latin typeface="Arial"/>
            </a:endParaRPr>
          </a:p>
          <a:p>
            <a:pPr marL="487800" indent="-457200">
              <a:lnSpc>
                <a:spcPct val="100000"/>
              </a:lnSpc>
              <a:spcBef>
                <a:spcPts val="496"/>
              </a:spcBef>
              <a:buClr>
                <a:srgbClr val="000000"/>
              </a:buClr>
              <a:buFont typeface="Arial"/>
              <a:buChar char="•"/>
              <a:tabLst>
                <a:tab algn="l" pos="0"/>
              </a:tabLst>
            </a:pPr>
            <a:r>
              <a:rPr b="0" lang="en-US" sz="3200" strike="noStrike" u="none">
                <a:solidFill>
                  <a:schemeClr val="dk1"/>
                </a:solidFill>
                <a:uFillTx/>
                <a:latin typeface="Times New Roman"/>
                <a:ea typeface="Times New Roman"/>
              </a:rPr>
              <a:t>References</a:t>
            </a:r>
            <a:endParaRPr b="0" lang="en-US" sz="3200" strike="noStrike" u="none">
              <a:solidFill>
                <a:srgbClr val="000000"/>
              </a:solidFill>
              <a:uFillTx/>
              <a:latin typeface="Arial"/>
            </a:endParaRPr>
          </a:p>
          <a:p>
            <a:pPr marL="343080" indent="-185400">
              <a:lnSpc>
                <a:spcPct val="100000"/>
              </a:lnSpc>
              <a:spcBef>
                <a:spcPts val="496"/>
              </a:spcBef>
              <a:buNone/>
              <a:tabLst>
                <a:tab algn="l" pos="0"/>
              </a:tabLst>
            </a:pPr>
            <a:endParaRPr b="0" lang="en-US" sz="3200" strike="noStrike" u="none">
              <a:solidFill>
                <a:srgbClr val="000000"/>
              </a:solidFill>
              <a:uFillTx/>
              <a:latin typeface="Arial"/>
            </a:endParaRPr>
          </a:p>
        </p:txBody>
      </p:sp>
      <p:sp>
        <p:nvSpPr>
          <p:cNvPr id="28" name="PlaceHolder 2"/>
          <p:cNvSpPr>
            <a:spLocks noGrp="1"/>
          </p:cNvSpPr>
          <p:nvPr>
            <p:ph type="title"/>
          </p:nvPr>
        </p:nvSpPr>
        <p:spPr>
          <a:xfrm>
            <a:off x="457200" y="274680"/>
            <a:ext cx="8229240" cy="868320"/>
          </a:xfrm>
          <a:prstGeom prst="rect">
            <a:avLst/>
          </a:prstGeom>
          <a:solidFill>
            <a:schemeClr val="lt1"/>
          </a:solidFill>
          <a:ln w="2844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Contents</a:t>
            </a:r>
            <a:endParaRPr b="0" lang="en-US" sz="4400" strike="noStrike" u="none">
              <a:solidFill>
                <a:srgbClr val="000000"/>
              </a:solidFill>
              <a:uFillTx/>
              <a:latin typeface="Arial"/>
            </a:endParaRPr>
          </a:p>
        </p:txBody>
      </p:sp>
      <p:sp>
        <p:nvSpPr>
          <p:cNvPr id="29" name="PlaceHolder 3"/>
          <p:cNvSpPr>
            <a:spLocks noGrp="1"/>
          </p:cNvSpPr>
          <p:nvPr>
            <p:ph type="sldNum" idx="13"/>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FFDD4790-B401-4C4A-AAE5-31118EAEDD0A}" type="slidenum">
              <a:rPr b="0" lang="en-US" sz="1200" strike="noStrike" u="none">
                <a:solidFill>
                  <a:srgbClr val="888888"/>
                </a:solidFill>
                <a:uFillTx/>
                <a:latin typeface="Times New Roman"/>
                <a:ea typeface="Times New Roman"/>
              </a:rPr>
              <a:t>2</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Abstract</a:t>
            </a:r>
            <a:endParaRPr b="0" lang="en-US" sz="4400" strike="noStrike" u="none">
              <a:solidFill>
                <a:srgbClr val="000000"/>
              </a:solidFill>
              <a:uFillTx/>
              <a:latin typeface="Arial"/>
            </a:endParaRPr>
          </a:p>
        </p:txBody>
      </p:sp>
      <p:sp>
        <p:nvSpPr>
          <p:cNvPr id="31"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457200" indent="-343080">
              <a:lnSpc>
                <a:spcPct val="100000"/>
              </a:lnSpc>
              <a:spcBef>
                <a:spcPts val="360"/>
              </a:spcBef>
              <a:buClr>
                <a:srgbClr val="000000"/>
              </a:buClr>
              <a:buFont typeface="Arial"/>
              <a:buChar char="•"/>
            </a:pPr>
            <a:r>
              <a:rPr b="0" lang="en-US" sz="1800" strike="noStrike" u="none">
                <a:solidFill>
                  <a:schemeClr val="dk1"/>
                </a:solidFill>
                <a:uFillTx/>
                <a:latin typeface="Times New Roman"/>
                <a:ea typeface="Times New Roman"/>
              </a:rPr>
              <a:t>Brain–Computer Interface (BCI) is an advanced technology that enables direct communication between the human brain and a computer or external device. It records brain signals, processes them, and converts them into commands to control different devices without using traditional input methods.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0" lang="en-US" sz="1800" strike="noStrike" u="none">
                <a:solidFill>
                  <a:schemeClr val="dk1"/>
                </a:solidFill>
                <a:uFillTx/>
                <a:latin typeface="Times New Roman"/>
                <a:ea typeface="Times New Roman"/>
              </a:rPr>
              <a:t>BCI technology has various applications in healthcare, assistive communication, robotics, and human–computer interaction. It can help people with physical disabilities interact with computers and other devices more easily.</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0" lang="en-US" sz="1800" strike="noStrike" u="none">
                <a:solidFill>
                  <a:schemeClr val="dk1"/>
                </a:solidFill>
                <a:uFillTx/>
                <a:latin typeface="Times New Roman"/>
                <a:ea typeface="Times New Roman"/>
              </a:rPr>
              <a:t>Although BCI offers many benefits, it faces challenges such as signal noise, accuracy, high cost, and data privacy. With further advancements in technology, BCI has the potential to improve the way humans interact with machines.</a:t>
            </a:r>
            <a:endParaRPr b="0" lang="en-US" sz="1800" strike="noStrike" u="none">
              <a:solidFill>
                <a:srgbClr val="000000"/>
              </a:solidFill>
              <a:uFillTx/>
              <a:latin typeface="Arial"/>
            </a:endParaRPr>
          </a:p>
          <a:p>
            <a:pPr marL="343080" indent="-139680" algn="just">
              <a:lnSpc>
                <a:spcPct val="100000"/>
              </a:lnSpc>
              <a:buNone/>
              <a:tabLst>
                <a:tab algn="l" pos="0"/>
              </a:tabLst>
            </a:pPr>
            <a:endParaRPr b="0" lang="en-US" sz="1800" strike="noStrike" u="none">
              <a:solidFill>
                <a:srgbClr val="000000"/>
              </a:solidFill>
              <a:uFillTx/>
              <a:latin typeface="Arial"/>
            </a:endParaRPr>
          </a:p>
        </p:txBody>
      </p:sp>
      <p:sp>
        <p:nvSpPr>
          <p:cNvPr id="32" name="PlaceHolder 3"/>
          <p:cNvSpPr>
            <a:spLocks noGrp="1"/>
          </p:cNvSpPr>
          <p:nvPr>
            <p:ph type="sldNum" idx="14"/>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55EDCB16-5F37-40A5-BB6A-2857DE8881D8}" type="slidenum">
              <a:rPr b="0" lang="en-US" sz="1200" strike="noStrike" u="none">
                <a:solidFill>
                  <a:srgbClr val="888888"/>
                </a:solidFill>
                <a:uFillTx/>
                <a:latin typeface="Times New Roman"/>
                <a:ea typeface="Times New Roman"/>
              </a:rPr>
              <a:t>3</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1. Introduction</a:t>
            </a:r>
            <a:endParaRPr b="0" lang="en-US" sz="4400" strike="noStrike" u="none">
              <a:solidFill>
                <a:srgbClr val="000000"/>
              </a:solidFill>
              <a:uFillTx/>
              <a:latin typeface="Arial"/>
            </a:endParaRPr>
          </a:p>
        </p:txBody>
      </p:sp>
      <p:sp>
        <p:nvSpPr>
          <p:cNvPr id="34"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lnSpcReduction="9999"/>
          </a:bodyPr>
          <a:p>
            <a:pPr marL="114480" indent="0">
              <a:lnSpc>
                <a:spcPct val="100000"/>
              </a:lnSpc>
              <a:spcBef>
                <a:spcPts val="360"/>
              </a:spcBef>
              <a:buNone/>
              <a:tabLst>
                <a:tab algn="l" pos="0"/>
              </a:tabLst>
            </a:pPr>
            <a:r>
              <a:rPr b="0" lang="en-US" sz="1800" strike="noStrike" u="none">
                <a:solidFill>
                  <a:schemeClr val="dk1"/>
                </a:solidFill>
                <a:uFillTx/>
                <a:latin typeface="Times New Roman"/>
                <a:ea typeface="Times New Roman"/>
              </a:rPr>
              <a:t> </a:t>
            </a:r>
            <a:r>
              <a:rPr b="0" lang="en-US" sz="1800" strike="noStrike" u="none">
                <a:solidFill>
                  <a:schemeClr val="dk1"/>
                </a:solidFill>
                <a:uFillTx/>
                <a:latin typeface="Times New Roman"/>
                <a:ea typeface="Times New Roman"/>
              </a:rPr>
              <a:t>In today's world, technology is continuously changing the way humans interact with computers and electronic devices. However, people with severe physical disabilities may face difficulties using traditional input devices such as keyboards and mice. We chose the Brain–Computer Interface (BCI) topic because it provides a new way to communicate with computers using brain signals.</a:t>
            </a:r>
            <a:endParaRPr b="0" lang="en-US" sz="1800" strike="noStrike" u="none">
              <a:solidFill>
                <a:srgbClr val="000000"/>
              </a:solidFill>
              <a:uFillTx/>
              <a:latin typeface="Arial"/>
            </a:endParaRPr>
          </a:p>
          <a:p>
            <a:pPr marL="114480" indent="0">
              <a:lnSpc>
                <a:spcPct val="100000"/>
              </a:lnSpc>
              <a:spcBef>
                <a:spcPts val="360"/>
              </a:spcBef>
              <a:buNone/>
              <a:tabLst>
                <a:tab algn="l" pos="0"/>
              </a:tabLst>
            </a:pPr>
            <a:r>
              <a:rPr b="0" lang="en-US" sz="1800" strike="noStrike" u="none">
                <a:solidFill>
                  <a:schemeClr val="dk1"/>
                </a:solidFill>
                <a:uFillTx/>
                <a:latin typeface="Times New Roman"/>
                <a:ea typeface="Times New Roman"/>
              </a:rPr>
              <a:t>The proposed BCI system aims to interpret brain signals and convert them into commands through the following stages: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1800" strike="noStrike" u="none">
                <a:solidFill>
                  <a:schemeClr val="dk1"/>
                </a:solidFill>
                <a:uFillTx/>
                <a:latin typeface="Times New Roman"/>
                <a:ea typeface="Times New Roman"/>
              </a:rPr>
              <a:t>Signal Acquisition:</a:t>
            </a:r>
            <a:r>
              <a:rPr b="0" lang="en-US" sz="1800" strike="noStrike" u="none">
                <a:solidFill>
                  <a:schemeClr val="dk1"/>
                </a:solidFill>
                <a:uFillTx/>
                <a:latin typeface="Times New Roman"/>
                <a:ea typeface="Times New Roman"/>
              </a:rPr>
              <a:t> Records brain activity using suitable sensors such as EEG electrodes.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1800" strike="noStrike" u="none">
                <a:solidFill>
                  <a:schemeClr val="dk1"/>
                </a:solidFill>
                <a:uFillTx/>
                <a:latin typeface="Times New Roman"/>
                <a:ea typeface="Times New Roman"/>
              </a:rPr>
              <a:t>Signal Processing:</a:t>
            </a:r>
            <a:r>
              <a:rPr b="0" lang="en-US" sz="1800" strike="noStrike" u="none">
                <a:solidFill>
                  <a:schemeClr val="dk1"/>
                </a:solidFill>
                <a:uFillTx/>
                <a:latin typeface="Times New Roman"/>
                <a:ea typeface="Times New Roman"/>
              </a:rPr>
              <a:t> Removes noise and prepares the recorded signals for analysis.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1800" strike="noStrike" u="none">
                <a:solidFill>
                  <a:schemeClr val="dk1"/>
                </a:solidFill>
                <a:uFillTx/>
                <a:latin typeface="Times New Roman"/>
                <a:ea typeface="Times New Roman"/>
              </a:rPr>
              <a:t>Feature Extraction:</a:t>
            </a:r>
            <a:r>
              <a:rPr b="0" lang="en-US" sz="1800" strike="noStrike" u="none">
                <a:solidFill>
                  <a:schemeClr val="dk1"/>
                </a:solidFill>
                <a:uFillTx/>
                <a:latin typeface="Times New Roman"/>
                <a:ea typeface="Times New Roman"/>
              </a:rPr>
              <a:t> Identifies important patterns from the processed brain signals.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1800" strike="noStrike" u="none">
                <a:solidFill>
                  <a:schemeClr val="dk1"/>
                </a:solidFill>
                <a:uFillTx/>
                <a:latin typeface="Times New Roman"/>
                <a:ea typeface="Times New Roman"/>
              </a:rPr>
              <a:t>Classification:</a:t>
            </a:r>
            <a:r>
              <a:rPr b="0" lang="en-US" sz="1800" strike="noStrike" u="none">
                <a:solidFill>
                  <a:schemeClr val="dk1"/>
                </a:solidFill>
                <a:uFillTx/>
                <a:latin typeface="Times New Roman"/>
                <a:ea typeface="Times New Roman"/>
              </a:rPr>
              <a:t> Recognizes signal patterns and maps them to predefined commands.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1800" strike="noStrike" u="none">
                <a:solidFill>
                  <a:schemeClr val="dk1"/>
                </a:solidFill>
                <a:uFillTx/>
                <a:latin typeface="Times New Roman"/>
                <a:ea typeface="Times New Roman"/>
              </a:rPr>
              <a:t>Device Control:</a:t>
            </a:r>
            <a:r>
              <a:rPr b="0" lang="en-US" sz="1800" strike="noStrike" u="none">
                <a:solidFill>
                  <a:schemeClr val="dk1"/>
                </a:solidFill>
                <a:uFillTx/>
                <a:latin typeface="Times New Roman"/>
                <a:ea typeface="Times New Roman"/>
              </a:rPr>
              <a:t> Uses the recognized commands to control a computer or another compatible device.</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800" strike="noStrike" u="none">
                <a:solidFill>
                  <a:schemeClr val="dk1"/>
                </a:solidFill>
                <a:uFillTx/>
                <a:latin typeface="Times New Roman"/>
                <a:ea typeface="Times New Roman"/>
              </a:rPr>
              <a:t>This technology may support assistive communication, healthcare research, and human–computer interaction. However, its performance depends on signal quality, classification accuracy, and the equipment used.</a:t>
            </a:r>
            <a:endParaRPr b="0" lang="en-US" sz="1800" strike="noStrike" u="none">
              <a:solidFill>
                <a:srgbClr val="000000"/>
              </a:solidFill>
              <a:uFillTx/>
              <a:latin typeface="Arial"/>
            </a:endParaRPr>
          </a:p>
          <a:p>
            <a:pPr marL="114480" indent="0">
              <a:lnSpc>
                <a:spcPct val="100000"/>
              </a:lnSpc>
              <a:spcBef>
                <a:spcPts val="360"/>
              </a:spcBef>
              <a:buNone/>
              <a:tabLst>
                <a:tab algn="l" pos="0"/>
              </a:tabLst>
            </a:pPr>
            <a:endParaRPr b="0" lang="en-US" sz="1800" strike="noStrike" u="none">
              <a:solidFill>
                <a:srgbClr val="000000"/>
              </a:solidFill>
              <a:uFillTx/>
              <a:latin typeface="Arial"/>
            </a:endParaRPr>
          </a:p>
        </p:txBody>
      </p:sp>
      <p:sp>
        <p:nvSpPr>
          <p:cNvPr id="35" name="PlaceHolder 3"/>
          <p:cNvSpPr>
            <a:spLocks noGrp="1"/>
          </p:cNvSpPr>
          <p:nvPr>
            <p:ph type="sldNum" idx="15"/>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8C442072-9E0E-4389-A7F3-1040D0D01A54}"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2. Literature Survey</a:t>
            </a:r>
            <a:endParaRPr b="0" lang="en-US" sz="4400" strike="noStrike" u="none">
              <a:solidFill>
                <a:srgbClr val="000000"/>
              </a:solidFill>
              <a:uFillTx/>
              <a:latin typeface="Arial"/>
            </a:endParaRPr>
          </a:p>
        </p:txBody>
      </p:sp>
      <p:sp>
        <p:nvSpPr>
          <p:cNvPr id="37" name="PlaceHolder 2"/>
          <p:cNvSpPr>
            <a:spLocks noGrp="1"/>
          </p:cNvSpPr>
          <p:nvPr>
            <p:ph type="sldNum" idx="16"/>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A7DAECA0-CBA1-4EF8-9C39-CCFA3649AF72}"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graphicFrame>
        <p:nvGraphicFramePr>
          <p:cNvPr id="38" name="Table 1"/>
          <p:cNvGraphicFramePr/>
          <p:nvPr/>
        </p:nvGraphicFramePr>
        <p:xfrm>
          <a:off x="457200" y="1203840"/>
          <a:ext cx="8229240" cy="4638600"/>
        </p:xfrm>
        <a:graphic>
          <a:graphicData uri="http://schemas.openxmlformats.org/drawingml/2006/table">
            <a:tbl>
              <a:tblPr rtl="0" firstCol="0" lastCol="0" firstRow="0" lastRow="0" bandRow="0" bandCol="0"/>
              <a:tblGrid>
                <a:gridCol w="2743200"/>
                <a:gridCol w="2743200"/>
                <a:gridCol w="2743200"/>
              </a:tblGrid>
              <a:tr h="0">
                <a:tc>
                  <a:txBody>
                    <a:bodyPr anchor="ctr">
                      <a:noAutofit/>
                    </a:bodyPr>
                    <a:p>
                      <a:pPr algn="ctr">
                        <a:lnSpc>
                          <a:spcPct val="100000"/>
                        </a:lnSpc>
                      </a:pPr>
                      <a:r>
                        <a:rPr b="1" lang="en-US" sz="1400" strike="noStrike" u="none">
                          <a:solidFill>
                            <a:schemeClr val="dk1"/>
                          </a:solidFill>
                          <a:uFillTx/>
                          <a:latin typeface="Times New Roman"/>
                          <a:ea typeface="Arial"/>
                        </a:rPr>
                        <a:t>Sr. No.</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2">
                        <a:lumMod val="40000"/>
                        <a:lumOff val="60000"/>
                      </a:schemeClr>
                    </a:solidFill>
                  </a:tcPr>
                </a:tc>
                <a:tc>
                  <a:txBody>
                    <a:bodyPr anchor="ctr">
                      <a:noAutofit/>
                    </a:bodyPr>
                    <a:p>
                      <a:pPr algn="ctr">
                        <a:lnSpc>
                          <a:spcPct val="100000"/>
                        </a:lnSpc>
                      </a:pPr>
                      <a:r>
                        <a:rPr b="1" lang="en-US" sz="1400" strike="noStrike" u="none">
                          <a:solidFill>
                            <a:schemeClr val="dk1"/>
                          </a:solidFill>
                          <a:uFillTx/>
                          <a:latin typeface="Arial"/>
                          <a:ea typeface="Arial"/>
                        </a:rPr>
                        <a:t>Research Topic</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2">
                        <a:lumMod val="40000"/>
                        <a:lumOff val="60000"/>
                      </a:schemeClr>
                    </a:solidFill>
                  </a:tcPr>
                </a:tc>
                <a:tc>
                  <a:txBody>
                    <a:bodyPr anchor="ctr">
                      <a:noAutofit/>
                    </a:bodyPr>
                    <a:p>
                      <a:pPr algn="ctr">
                        <a:lnSpc>
                          <a:spcPct val="100000"/>
                        </a:lnSpc>
                      </a:pPr>
                      <a:r>
                        <a:rPr b="0" lang="en-US" sz="1400" strike="noStrike" u="none">
                          <a:solidFill>
                            <a:schemeClr val="dk1"/>
                          </a:solidFill>
                          <a:uFillTx/>
                          <a:latin typeface="Arial"/>
                          <a:ea typeface="Arial"/>
                        </a:rPr>
                        <a:t>Description</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2">
                        <a:lumMod val="40000"/>
                        <a:lumOff val="60000"/>
                      </a:schemeClr>
                    </a:solidFill>
                  </a:tcPr>
                </a:tc>
              </a:tr>
              <a:tr h="0">
                <a:tc>
                  <a:txBody>
                    <a:bodyPr anchor="ctr">
                      <a:noAutofit/>
                    </a:bodyPr>
                    <a:p>
                      <a:pPr algn="ctr">
                        <a:lnSpc>
                          <a:spcPct val="100000"/>
                        </a:lnSpc>
                      </a:pPr>
                      <a:r>
                        <a:rPr b="1" lang="en-US" sz="1400" strike="noStrike" u="none">
                          <a:solidFill>
                            <a:schemeClr val="dk1"/>
                          </a:solidFill>
                          <a:uFillTx/>
                          <a:latin typeface="Times New Roman"/>
                          <a:ea typeface="Arial"/>
                        </a:rPr>
                        <a:t>1</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gn="ctr">
                        <a:lnSpc>
                          <a:spcPct val="100000"/>
                        </a:lnSpc>
                      </a:pPr>
                      <a:r>
                        <a:rPr b="1" lang="en-US" sz="1400" strike="noStrike" u="none">
                          <a:solidFill>
                            <a:schemeClr val="dk1"/>
                          </a:solidFill>
                          <a:uFillTx/>
                          <a:latin typeface="Arial"/>
                          <a:ea typeface="Arial"/>
                        </a:rPr>
                        <a:t>BCI Advancements and Challenges</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nSpc>
                          <a:spcPct val="100000"/>
                        </a:lnSpc>
                      </a:pPr>
                      <a:r>
                        <a:rPr b="0" lang="en-US" sz="1400" strike="noStrike" u="none">
                          <a:solidFill>
                            <a:schemeClr val="dk1"/>
                          </a:solidFill>
                          <a:uFillTx/>
                          <a:latin typeface="Arial"/>
                          <a:ea typeface="Arial"/>
                        </a:rPr>
                        <a:t>Studies BCI working principles, signal processing, accuracy, and limitations.</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0">
                <a:tc>
                  <a:txBody>
                    <a:bodyPr anchor="ctr">
                      <a:noAutofit/>
                    </a:bodyPr>
                    <a:p>
                      <a:pPr algn="ctr">
                        <a:lnSpc>
                          <a:spcPct val="100000"/>
                        </a:lnSpc>
                      </a:pPr>
                      <a:r>
                        <a:rPr b="1" lang="en-US" sz="1400" strike="noStrike" u="none">
                          <a:solidFill>
                            <a:schemeClr val="dk1"/>
                          </a:solidFill>
                          <a:uFillTx/>
                          <a:latin typeface="Times New Roman"/>
                          <a:ea typeface="Arial"/>
                        </a:rPr>
                        <a:t>2</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gn="ctr">
                        <a:lnSpc>
                          <a:spcPct val="100000"/>
                        </a:lnSpc>
                      </a:pPr>
                      <a:r>
                        <a:rPr b="1" lang="en-US" sz="1400" strike="noStrike" u="none">
                          <a:solidFill>
                            <a:schemeClr val="dk1"/>
                          </a:solidFill>
                          <a:uFillTx/>
                          <a:latin typeface="Arial"/>
                          <a:ea typeface="Arial"/>
                        </a:rPr>
                        <a:t>BrainGate</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nSpc>
                          <a:spcPct val="100000"/>
                        </a:lnSpc>
                      </a:pPr>
                      <a:r>
                        <a:rPr b="0" lang="en-US" sz="1400" strike="noStrike" u="none">
                          <a:solidFill>
                            <a:schemeClr val="dk1"/>
                          </a:solidFill>
                          <a:uFillTx/>
                          <a:latin typeface="Arial"/>
                          <a:ea typeface="Arial"/>
                        </a:rPr>
                        <a:t>Explores brain-controlled communication and device control for people with paralysis.</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0">
                <a:tc>
                  <a:txBody>
                    <a:bodyPr anchor="ctr">
                      <a:noAutofit/>
                    </a:bodyPr>
                    <a:p>
                      <a:pPr algn="ctr">
                        <a:lnSpc>
                          <a:spcPct val="100000"/>
                        </a:lnSpc>
                      </a:pPr>
                      <a:r>
                        <a:rPr b="1" lang="en-US" sz="1400" strike="noStrike" u="none">
                          <a:solidFill>
                            <a:schemeClr val="dk1"/>
                          </a:solidFill>
                          <a:uFillTx/>
                          <a:latin typeface="Times New Roman"/>
                          <a:ea typeface="Arial"/>
                        </a:rPr>
                        <a:t>3</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gn="ctr">
                        <a:lnSpc>
                          <a:spcPct val="100000"/>
                        </a:lnSpc>
                      </a:pPr>
                      <a:r>
                        <a:rPr b="1" lang="en-US" sz="1400" strike="noStrike" u="none">
                          <a:solidFill>
                            <a:schemeClr val="dk1"/>
                          </a:solidFill>
                          <a:uFillTx/>
                          <a:latin typeface="Arial"/>
                          <a:ea typeface="Arial"/>
                        </a:rPr>
                        <a:t>Neuralink</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nSpc>
                          <a:spcPct val="100000"/>
                        </a:lnSpc>
                      </a:pPr>
                      <a:r>
                        <a:rPr b="0" lang="en-US" sz="1400" strike="noStrike" u="none">
                          <a:solidFill>
                            <a:schemeClr val="dk1"/>
                          </a:solidFill>
                          <a:uFillTx/>
                          <a:latin typeface="Arial"/>
                          <a:ea typeface="Arial"/>
                        </a:rPr>
                        <a:t>Studies implantable neural interfaces for communication between the brain and computers.</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0">
                <a:tc>
                  <a:txBody>
                    <a:bodyPr anchor="ctr">
                      <a:noAutofit/>
                    </a:bodyPr>
                    <a:p>
                      <a:pPr algn="ctr">
                        <a:lnSpc>
                          <a:spcPct val="100000"/>
                        </a:lnSpc>
                      </a:pPr>
                      <a:r>
                        <a:rPr b="1" lang="en-US" sz="1400" strike="noStrike" u="none">
                          <a:solidFill>
                            <a:schemeClr val="dk1"/>
                          </a:solidFill>
                          <a:uFillTx/>
                          <a:latin typeface="Times New Roman"/>
                          <a:ea typeface="Arial"/>
                        </a:rPr>
                        <a:t>4</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gn="ctr">
                        <a:lnSpc>
                          <a:spcPct val="100000"/>
                        </a:lnSpc>
                      </a:pPr>
                      <a:r>
                        <a:rPr b="1" lang="en-US" sz="1400" strike="noStrike" u="none">
                          <a:solidFill>
                            <a:schemeClr val="dk1"/>
                          </a:solidFill>
                          <a:uFillTx/>
                          <a:latin typeface="Arial"/>
                          <a:ea typeface="Arial"/>
                        </a:rPr>
                        <a:t>EEG-Based BCI</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nSpc>
                          <a:spcPct val="100000"/>
                        </a:lnSpc>
                      </a:pPr>
                      <a:r>
                        <a:rPr b="0" lang="en-US" sz="1400" strike="noStrike" u="none">
                          <a:solidFill>
                            <a:schemeClr val="dk1"/>
                          </a:solidFill>
                          <a:uFillTx/>
                          <a:latin typeface="Arial"/>
                          <a:ea typeface="Arial"/>
                        </a:rPr>
                        <a:t>Explains how EEG signals can be used to control computers and assistive devices.</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0">
                <a:tc>
                  <a:txBody>
                    <a:bodyPr anchor="ctr">
                      <a:noAutofit/>
                    </a:bodyPr>
                    <a:p>
                      <a:pPr algn="ctr">
                        <a:lnSpc>
                          <a:spcPct val="100000"/>
                        </a:lnSpc>
                      </a:pPr>
                      <a:r>
                        <a:rPr b="1" lang="en-US" sz="1400" strike="noStrike" u="none">
                          <a:solidFill>
                            <a:schemeClr val="dk1"/>
                          </a:solidFill>
                          <a:uFillTx/>
                          <a:latin typeface="Times New Roman"/>
                          <a:ea typeface="Arial"/>
                        </a:rPr>
                        <a:t>5</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gn="ctr">
                        <a:lnSpc>
                          <a:spcPct val="100000"/>
                        </a:lnSpc>
                      </a:pPr>
                      <a:r>
                        <a:rPr b="1" lang="en-US" sz="1400" strike="noStrike" u="none">
                          <a:solidFill>
                            <a:schemeClr val="dk1"/>
                          </a:solidFill>
                          <a:uFillTx/>
                          <a:latin typeface="Arial"/>
                          <a:ea typeface="Arial"/>
                        </a:rPr>
                        <a:t>Machine Learning in BCI</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nSpc>
                          <a:spcPct val="100000"/>
                        </a:lnSpc>
                      </a:pPr>
                      <a:r>
                        <a:rPr b="0" lang="en-US" sz="1400" strike="noStrike" u="none">
                          <a:solidFill>
                            <a:schemeClr val="dk1"/>
                          </a:solidFill>
                          <a:uFillTx/>
                          <a:latin typeface="Arial"/>
                          <a:ea typeface="Arial"/>
                        </a:rPr>
                        <a:t>Uses machine learning to classify brain signals and improve command recognition.</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0">
                <a:tc>
                  <a:txBody>
                    <a:bodyPr anchor="ctr">
                      <a:noAutofit/>
                    </a:bodyPr>
                    <a:p>
                      <a:pPr algn="ctr">
                        <a:lnSpc>
                          <a:spcPct val="100000"/>
                        </a:lnSpc>
                      </a:pPr>
                      <a:r>
                        <a:rPr b="1" lang="en-US" sz="1400" strike="noStrike" u="none">
                          <a:solidFill>
                            <a:schemeClr val="dk1"/>
                          </a:solidFill>
                          <a:uFillTx/>
                          <a:latin typeface="Times New Roman"/>
                          <a:ea typeface="Arial"/>
                        </a:rPr>
                        <a:t>6</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gn="ctr">
                        <a:lnSpc>
                          <a:spcPct val="100000"/>
                        </a:lnSpc>
                      </a:pPr>
                      <a:r>
                        <a:rPr b="1" lang="en-US" sz="1400" strike="noStrike" u="none">
                          <a:solidFill>
                            <a:schemeClr val="dk1"/>
                          </a:solidFill>
                          <a:uFillTx/>
                          <a:latin typeface="Arial"/>
                          <a:ea typeface="Arial"/>
                        </a:rPr>
                        <a:t>BCI in Neurorehabilitation</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nchor="ctr">
                      <a:noAutofit/>
                    </a:bodyPr>
                    <a:p>
                      <a:pPr>
                        <a:lnSpc>
                          <a:spcPct val="100000"/>
                        </a:lnSpc>
                      </a:pPr>
                      <a:r>
                        <a:rPr b="0" lang="en-US" sz="1400" strike="noStrike" u="none">
                          <a:solidFill>
                            <a:schemeClr val="dk1"/>
                          </a:solidFill>
                          <a:uFillTx/>
                          <a:latin typeface="Arial"/>
                          <a:ea typeface="Arial"/>
                        </a:rPr>
                        <a:t>Explores BCI applications in rehabilitation for people with motor disabilities.</a:t>
                      </a:r>
                      <a:endParaRPr b="0" lang="en-US" sz="1400" strike="noStrike" u="none">
                        <a:solidFill>
                          <a:srgbClr val="000000"/>
                        </a:solidFill>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pPr>
            <a:r>
              <a:rPr b="0" lang="en-US" sz="3200" strike="noStrike" u="none">
                <a:solidFill>
                  <a:srgbClr val="001f5f"/>
                </a:solidFill>
                <a:uFillTx/>
                <a:latin typeface="Times New Roman"/>
                <a:ea typeface="Times New Roman"/>
              </a:rPr>
              <a:t>2.1</a:t>
            </a:r>
            <a:r>
              <a:rPr b="0" lang="en-US" sz="3200" spc="-91" strike="noStrike" u="none">
                <a:solidFill>
                  <a:srgbClr val="001f5f"/>
                </a:solidFill>
                <a:uFillTx/>
                <a:latin typeface="Times New Roman"/>
                <a:ea typeface="Times New Roman"/>
              </a:rPr>
              <a:t> </a:t>
            </a:r>
            <a:r>
              <a:rPr b="0" lang="en-US" sz="3200" strike="noStrike" u="none">
                <a:solidFill>
                  <a:srgbClr val="001f5f"/>
                </a:solidFill>
                <a:uFillTx/>
                <a:latin typeface="Times New Roman"/>
                <a:ea typeface="Times New Roman"/>
              </a:rPr>
              <a:t>Literature</a:t>
            </a:r>
            <a:r>
              <a:rPr b="0" lang="en-US" sz="3200" spc="-96" strike="noStrike" u="none">
                <a:solidFill>
                  <a:srgbClr val="001f5f"/>
                </a:solidFill>
                <a:uFillTx/>
                <a:latin typeface="Times New Roman"/>
                <a:ea typeface="Times New Roman"/>
              </a:rPr>
              <a:t> </a:t>
            </a:r>
            <a:r>
              <a:rPr b="0" lang="en-US" sz="3200" strike="noStrike" u="none">
                <a:solidFill>
                  <a:srgbClr val="001f5f"/>
                </a:solidFill>
                <a:uFillTx/>
                <a:latin typeface="Times New Roman"/>
                <a:ea typeface="Times New Roman"/>
              </a:rPr>
              <a:t>Review:</a:t>
            </a:r>
            <a:r>
              <a:rPr b="0" lang="en-US" sz="3200" spc="-99" strike="noStrike" u="none">
                <a:solidFill>
                  <a:srgbClr val="001f5f"/>
                </a:solidFill>
                <a:uFillTx/>
                <a:latin typeface="Times New Roman"/>
                <a:ea typeface="Times New Roman"/>
              </a:rPr>
              <a:t> </a:t>
            </a:r>
            <a:r>
              <a:rPr b="0" lang="en-US" sz="3200" strike="noStrike" u="none">
                <a:solidFill>
                  <a:srgbClr val="001f5f"/>
                </a:solidFill>
                <a:uFillTx/>
                <a:latin typeface="Times New Roman"/>
                <a:ea typeface="Times New Roman"/>
              </a:rPr>
              <a:t>Method</a:t>
            </a:r>
            <a:r>
              <a:rPr b="0" lang="en-US" sz="3200" spc="-96" strike="noStrike" u="none">
                <a:solidFill>
                  <a:srgbClr val="001f5f"/>
                </a:solidFill>
                <a:uFillTx/>
                <a:latin typeface="Times New Roman"/>
                <a:ea typeface="Times New Roman"/>
              </a:rPr>
              <a:t> </a:t>
            </a:r>
            <a:r>
              <a:rPr b="0" lang="en-US" sz="3200" spc="-11" strike="noStrike" u="none">
                <a:solidFill>
                  <a:srgbClr val="001f5f"/>
                </a:solidFill>
                <a:uFillTx/>
                <a:latin typeface="Times New Roman"/>
                <a:ea typeface="Times New Roman"/>
              </a:rPr>
              <a:t>Families</a:t>
            </a:r>
            <a:endParaRPr b="0" lang="en-US" sz="3200" strike="noStrike" u="none">
              <a:solidFill>
                <a:srgbClr val="000000"/>
              </a:solidFill>
              <a:uFillTx/>
              <a:latin typeface="Arial"/>
            </a:endParaRPr>
          </a:p>
        </p:txBody>
      </p:sp>
      <p:sp>
        <p:nvSpPr>
          <p:cNvPr id="40"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fontScale="92500" lnSpcReduction="9999"/>
          </a:bodyPr>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1800" strike="noStrike" u="none">
              <a:solidFill>
                <a:srgbClr val="000000"/>
              </a:solidFill>
              <a:uFillTx/>
              <a:latin typeface="Arial"/>
            </a:endParaRPr>
          </a:p>
          <a:p>
            <a:pPr marL="114480" indent="0" algn="ctr">
              <a:lnSpc>
                <a:spcPct val="100000"/>
              </a:lnSpc>
              <a:spcBef>
                <a:spcPts val="360"/>
              </a:spcBef>
              <a:buNone/>
              <a:tabLst>
                <a:tab algn="l" pos="0"/>
              </a:tabLst>
            </a:pPr>
            <a:r>
              <a:rPr b="1" lang="en-IN" sz="1200" strike="noStrike" u="none">
                <a:solidFill>
                  <a:schemeClr val="dk1"/>
                </a:solidFill>
                <a:uFillTx/>
                <a:latin typeface="Times New Roman"/>
                <a:ea typeface="Times New Roman"/>
              </a:rPr>
              <a:t>Fig. 2.1: Method Families in the Reviewed Research Papers</a:t>
            </a:r>
            <a:endParaRPr b="0" lang="en-US" sz="1200" strike="noStrike" u="none">
              <a:solidFill>
                <a:srgbClr val="000000"/>
              </a:solidFill>
              <a:uFillTx/>
              <a:latin typeface="Arial"/>
            </a:endParaRPr>
          </a:p>
          <a:p>
            <a:pPr indent="0">
              <a:lnSpc>
                <a:spcPct val="100000"/>
              </a:lnSpc>
              <a:spcBef>
                <a:spcPts val="360"/>
              </a:spcBef>
              <a:buNone/>
              <a:tabLst>
                <a:tab algn="l" pos="0"/>
              </a:tabLst>
            </a:pP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IN" sz="1500" strike="noStrike" u="none">
                <a:solidFill>
                  <a:schemeClr val="dk1"/>
                </a:solidFill>
                <a:uFillTx/>
                <a:latin typeface="Times New Roman"/>
                <a:ea typeface="Times New Roman"/>
              </a:rPr>
              <a:t>Research Gap:</a:t>
            </a:r>
            <a:r>
              <a:rPr b="0" lang="en-US" sz="1500" strike="noStrike" u="none">
                <a:solidFill>
                  <a:schemeClr val="dk1"/>
                </a:solidFill>
                <a:uFillTx/>
                <a:latin typeface="Times New Roman"/>
                <a:ea typeface="Times New Roman"/>
              </a:rPr>
              <a:t>Existing Brain-Computer Interface (BCI) systems face several challenges, including noisy EEG signals, limited classification accuracy, and variations in brain activity among users. Signal preprocessing, feature extraction, and machine learning techniques are required to improve system performance. Other limitations include calibration requirements, high equipment costs, and difficulties in achieving reliable real-time control. Therefore, further work is needed to develop affordable, accurate, and user-friendly BCI systems. This project focuses on exploring EEG signal processing and machine learning-based classification for a simple, non-invasive BCI prototype.</a:t>
            </a:r>
            <a:endParaRPr b="0" lang="en-US" sz="1500" strike="noStrike" u="none">
              <a:solidFill>
                <a:srgbClr val="000000"/>
              </a:solidFill>
              <a:uFillTx/>
              <a:latin typeface="Arial"/>
            </a:endParaRPr>
          </a:p>
          <a:p>
            <a:pPr indent="0">
              <a:lnSpc>
                <a:spcPct val="100000"/>
              </a:lnSpc>
              <a:spcBef>
                <a:spcPts val="360"/>
              </a:spcBef>
              <a:buNone/>
              <a:tabLst>
                <a:tab algn="l" pos="0"/>
              </a:tabLst>
            </a:pPr>
            <a:endParaRPr b="0" lang="en-US" sz="1800" strike="noStrike" u="none">
              <a:solidFill>
                <a:srgbClr val="000000"/>
              </a:solidFill>
              <a:uFillTx/>
              <a:latin typeface="Arial"/>
            </a:endParaRPr>
          </a:p>
        </p:txBody>
      </p:sp>
      <p:sp>
        <p:nvSpPr>
          <p:cNvPr id="41" name="PlaceHolder 3"/>
          <p:cNvSpPr>
            <a:spLocks noGrp="1"/>
          </p:cNvSpPr>
          <p:nvPr>
            <p:ph type="sldNum" idx="17"/>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82158FB9-B71B-4CEC-B4BC-7059F1EB0590}"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pic>
        <p:nvPicPr>
          <p:cNvPr id="42" name="Picture 8" descr=""/>
          <p:cNvPicPr/>
          <p:nvPr/>
        </p:nvPicPr>
        <p:blipFill>
          <a:blip r:embed="rId1"/>
          <a:stretch/>
        </p:blipFill>
        <p:spPr>
          <a:xfrm>
            <a:off x="890280" y="1219320"/>
            <a:ext cx="7362720" cy="30722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3. Information to Seminar topic</a:t>
            </a:r>
            <a:endParaRPr b="0" lang="en-US" sz="4400" strike="noStrike" u="none">
              <a:solidFill>
                <a:srgbClr val="000000"/>
              </a:solidFill>
              <a:uFillTx/>
              <a:latin typeface="Arial"/>
            </a:endParaRPr>
          </a:p>
        </p:txBody>
      </p:sp>
      <p:sp>
        <p:nvSpPr>
          <p:cNvPr id="44" name="PlaceHolder 2"/>
          <p:cNvSpPr>
            <a:spLocks noGrp="1"/>
          </p:cNvSpPr>
          <p:nvPr>
            <p:ph/>
          </p:nvPr>
        </p:nvSpPr>
        <p:spPr>
          <a:xfrm>
            <a:off x="457200" y="1219320"/>
            <a:ext cx="8229240" cy="5501880"/>
          </a:xfrm>
          <a:prstGeom prst="rect">
            <a:avLst/>
          </a:prstGeom>
          <a:solidFill>
            <a:schemeClr val="lt1"/>
          </a:solidFill>
          <a:ln w="25560">
            <a:solidFill>
              <a:schemeClr val="accent1"/>
            </a:solidFill>
            <a:round/>
          </a:ln>
        </p:spPr>
        <p:txBody>
          <a:bodyPr lIns="91440" rIns="91440" tIns="45720" bIns="45720" anchor="t">
            <a:normAutofit/>
          </a:bodyPr>
          <a:p>
            <a:pPr marL="457200" indent="-343080">
              <a:lnSpc>
                <a:spcPct val="100000"/>
              </a:lnSpc>
              <a:spcBef>
                <a:spcPts val="360"/>
              </a:spcBef>
              <a:buClr>
                <a:srgbClr val="000000"/>
              </a:buClr>
              <a:buFont typeface="Arial"/>
              <a:buChar char="•"/>
            </a:pPr>
            <a:r>
              <a:rPr b="0" lang="en-US" sz="1800" strike="noStrike" u="none">
                <a:solidFill>
                  <a:schemeClr val="dk1"/>
                </a:solidFill>
                <a:uFillTx/>
                <a:latin typeface="Times New Roman"/>
                <a:ea typeface="Times New Roman"/>
              </a:rPr>
              <a:t>The proposed Brain-Computer Interface (BCI) system follows four main stages: Signal Acquisition → Signal Processing → Machine Learning → Device Control. Each stage performs a specific task to convert brain activity into commands for an external device.</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1" lang="en-US" sz="1800" strike="noStrike" u="none">
                <a:solidFill>
                  <a:schemeClr val="dk1"/>
                </a:solidFill>
                <a:uFillTx/>
                <a:latin typeface="Times New Roman"/>
                <a:ea typeface="Times New Roman"/>
              </a:rPr>
              <a:t>1. Signal Acquisition:</a:t>
            </a:r>
            <a:r>
              <a:rPr b="0" lang="en-US" sz="1800" strike="noStrike" u="none">
                <a:solidFill>
                  <a:schemeClr val="dk1"/>
                </a:solidFill>
                <a:uFillTx/>
                <a:latin typeface="Times New Roman"/>
                <a:ea typeface="Times New Roman"/>
              </a:rPr>
              <a:t> The system acquires brain signals using EEG electrodes placed on the scalp. If live EEG hardware is unavailable, prerecorded EEG datasets may be used for demonstration purposes.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1" lang="en-US" sz="1800" strike="noStrike" u="none">
                <a:solidFill>
                  <a:schemeClr val="dk1"/>
                </a:solidFill>
                <a:uFillTx/>
                <a:latin typeface="Times New Roman"/>
                <a:ea typeface="Times New Roman"/>
              </a:rPr>
              <a:t>2. Signal Processing:</a:t>
            </a:r>
            <a:r>
              <a:rPr b="0" lang="en-US" sz="1800" strike="noStrike" u="none">
                <a:solidFill>
                  <a:schemeClr val="dk1"/>
                </a:solidFill>
                <a:uFillTx/>
                <a:latin typeface="Times New Roman"/>
                <a:ea typeface="Times New Roman"/>
              </a:rPr>
              <a:t> The acquired signals are filtered to reduce noise and unwanted artifacts. Feature extraction identifies useful patterns and characteristics from the processed signals, preparing them for classification.</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1" lang="en-US" sz="1800" strike="noStrike" u="none">
                <a:solidFill>
                  <a:schemeClr val="dk1"/>
                </a:solidFill>
                <a:uFillTx/>
                <a:latin typeface="Times New Roman"/>
                <a:ea typeface="Times New Roman"/>
              </a:rPr>
              <a:t>3. Machine Learning (ML):</a:t>
            </a:r>
            <a:r>
              <a:rPr b="0" lang="en-US" sz="1800" strike="noStrike" u="none">
                <a:solidFill>
                  <a:schemeClr val="dk1"/>
                </a:solidFill>
                <a:uFillTx/>
                <a:latin typeface="Times New Roman"/>
                <a:ea typeface="Times New Roman"/>
              </a:rPr>
              <a:t> The machine learning stage analyzes extracted features and classifies brain-signal patterns into predefined categories. The recognized classes are mapped to commands based on the available training data and evaluation results.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1" lang="en-US" sz="1800" strike="noStrike" u="none">
                <a:solidFill>
                  <a:schemeClr val="dk1"/>
                </a:solidFill>
                <a:uFillTx/>
                <a:latin typeface="Times New Roman"/>
                <a:ea typeface="Times New Roman"/>
              </a:rPr>
              <a:t>4. Device Control:</a:t>
            </a:r>
            <a:r>
              <a:rPr b="0" lang="en-US" sz="1800" strike="noStrike" u="none">
                <a:solidFill>
                  <a:schemeClr val="dk1"/>
                </a:solidFill>
                <a:uFillTx/>
                <a:latin typeface="Times New Roman"/>
                <a:ea typeface="Times New Roman"/>
              </a:rPr>
              <a:t> The classified commands are displayed through a simple graphical interface, such as selecting symbols or moving a simulated cursor. The proposed prototype is intended for educational demonstration and will not control safety-critical devices or be used for medical diagnosis or treatment.</a:t>
            </a:r>
            <a:endParaRPr b="0" lang="en-US" sz="1800" strike="noStrike" u="none">
              <a:solidFill>
                <a:srgbClr val="000000"/>
              </a:solidFill>
              <a:uFillTx/>
              <a:latin typeface="Arial"/>
            </a:endParaRPr>
          </a:p>
          <a:p>
            <a:pPr marL="343080" indent="-139680" algn="just">
              <a:lnSpc>
                <a:spcPct val="100000"/>
              </a:lnSpc>
              <a:buNone/>
              <a:tabLst>
                <a:tab algn="l" pos="0"/>
              </a:tabLst>
            </a:pPr>
            <a:endParaRPr b="0" lang="en-US" sz="1800" strike="noStrike" u="none">
              <a:solidFill>
                <a:srgbClr val="000000"/>
              </a:solidFill>
              <a:uFillTx/>
              <a:latin typeface="Arial"/>
            </a:endParaRPr>
          </a:p>
        </p:txBody>
      </p:sp>
      <p:sp>
        <p:nvSpPr>
          <p:cNvPr id="45" name="PlaceHolder 3"/>
          <p:cNvSpPr>
            <a:spLocks noGrp="1"/>
          </p:cNvSpPr>
          <p:nvPr>
            <p:ph type="sldNum" idx="18"/>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FA521681-3C59-4A7A-B901-71859925A3A2}"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Autofit/>
          </a:bodyPr>
          <a:p>
            <a:pPr indent="0" algn="ctr">
              <a:lnSpc>
                <a:spcPct val="100000"/>
              </a:lnSpc>
              <a:buNone/>
            </a:pPr>
            <a:r>
              <a:rPr b="0" lang="en-IN" sz="4400" strike="noStrike" u="none">
                <a:solidFill>
                  <a:srgbClr val="001f5f"/>
                </a:solidFill>
                <a:uFillTx/>
                <a:latin typeface="Times New Roman"/>
                <a:ea typeface="Times New Roman"/>
              </a:rPr>
              <a:t>3.1</a:t>
            </a:r>
            <a:r>
              <a:rPr b="0" lang="en-IN" sz="4400" spc="-6" strike="noStrike" u="none">
                <a:solidFill>
                  <a:srgbClr val="001f5f"/>
                </a:solidFill>
                <a:uFillTx/>
                <a:latin typeface="Times New Roman"/>
                <a:ea typeface="Times New Roman"/>
              </a:rPr>
              <a:t> </a:t>
            </a:r>
            <a:r>
              <a:rPr b="0" lang="en-IN" sz="4400" strike="noStrike" u="none">
                <a:solidFill>
                  <a:srgbClr val="001f5f"/>
                </a:solidFill>
                <a:uFillTx/>
                <a:latin typeface="Times New Roman"/>
                <a:ea typeface="Times New Roman"/>
              </a:rPr>
              <a:t>Proposed</a:t>
            </a:r>
            <a:r>
              <a:rPr b="0" lang="en-IN" sz="4400" spc="-6" strike="noStrike" u="none">
                <a:solidFill>
                  <a:srgbClr val="001f5f"/>
                </a:solidFill>
                <a:uFillTx/>
                <a:latin typeface="Times New Roman"/>
                <a:ea typeface="Times New Roman"/>
              </a:rPr>
              <a:t> </a:t>
            </a:r>
            <a:r>
              <a:rPr b="0" lang="en-IN" sz="4400" spc="-20" strike="noStrike" u="none">
                <a:solidFill>
                  <a:srgbClr val="001f5f"/>
                </a:solidFill>
                <a:uFillTx/>
                <a:latin typeface="Times New Roman"/>
                <a:ea typeface="Times New Roman"/>
              </a:rPr>
              <a:t>System</a:t>
            </a:r>
            <a:r>
              <a:rPr b="0" lang="en-IN" sz="4400" spc="-249" strike="noStrike" u="none">
                <a:solidFill>
                  <a:srgbClr val="001f5f"/>
                </a:solidFill>
                <a:uFillTx/>
                <a:latin typeface="Times New Roman"/>
                <a:ea typeface="Times New Roman"/>
              </a:rPr>
              <a:t> </a:t>
            </a:r>
            <a:r>
              <a:rPr b="0" lang="en-IN" sz="4400" spc="-11" strike="noStrike" u="none">
                <a:solidFill>
                  <a:srgbClr val="001f5f"/>
                </a:solidFill>
                <a:uFillTx/>
                <a:latin typeface="Times New Roman"/>
                <a:ea typeface="Times New Roman"/>
              </a:rPr>
              <a:t>Architecture</a:t>
            </a:r>
            <a:endParaRPr b="0" lang="en-US" sz="4400" strike="noStrike" u="none">
              <a:solidFill>
                <a:srgbClr val="000000"/>
              </a:solidFill>
              <a:uFillTx/>
              <a:latin typeface="Arial"/>
            </a:endParaRPr>
          </a:p>
        </p:txBody>
      </p:sp>
      <p:sp>
        <p:nvSpPr>
          <p:cNvPr id="47"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lnSpcReduction="9999"/>
          </a:bodyPr>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indent="0">
              <a:lnSpc>
                <a:spcPct val="100000"/>
              </a:lnSpc>
              <a:spcBef>
                <a:spcPts val="360"/>
              </a:spcBef>
              <a:buNone/>
            </a:pPr>
            <a:endParaRPr b="0" lang="en-US" sz="3200" strike="noStrike" u="none">
              <a:solidFill>
                <a:srgbClr val="000000"/>
              </a:solidFill>
              <a:uFillTx/>
              <a:latin typeface="Arial"/>
            </a:endParaRPr>
          </a:p>
          <a:p>
            <a:pPr marL="114480" indent="0" algn="ctr">
              <a:lnSpc>
                <a:spcPct val="100000"/>
              </a:lnSpc>
              <a:spcBef>
                <a:spcPts val="360"/>
              </a:spcBef>
              <a:buNone/>
              <a:tabLst>
                <a:tab algn="l" pos="0"/>
              </a:tabLst>
            </a:pPr>
            <a:endParaRPr b="0" lang="en-US" sz="1800" strike="noStrike" u="none">
              <a:solidFill>
                <a:srgbClr val="000000"/>
              </a:solidFill>
              <a:uFillTx/>
              <a:latin typeface="Arial"/>
            </a:endParaRPr>
          </a:p>
          <a:p>
            <a:pPr marL="114480" indent="0" algn="ctr">
              <a:lnSpc>
                <a:spcPct val="100000"/>
              </a:lnSpc>
              <a:spcBef>
                <a:spcPts val="360"/>
              </a:spcBef>
              <a:buNone/>
              <a:tabLst>
                <a:tab algn="l" pos="0"/>
              </a:tabLst>
            </a:pPr>
            <a:endParaRPr b="0" lang="en-US" sz="1800" strike="noStrike" u="none">
              <a:solidFill>
                <a:srgbClr val="000000"/>
              </a:solidFill>
              <a:uFillTx/>
              <a:latin typeface="Arial"/>
            </a:endParaRPr>
          </a:p>
          <a:p>
            <a:pPr marL="114480" indent="0" algn="ctr">
              <a:lnSpc>
                <a:spcPct val="100000"/>
              </a:lnSpc>
              <a:spcBef>
                <a:spcPts val="360"/>
              </a:spcBef>
              <a:buNone/>
              <a:tabLst>
                <a:tab algn="l" pos="0"/>
              </a:tabLst>
            </a:pPr>
            <a:endParaRPr b="0" lang="en-US" sz="1800" strike="noStrike" u="none">
              <a:solidFill>
                <a:srgbClr val="000000"/>
              </a:solidFill>
              <a:uFillTx/>
              <a:latin typeface="Arial"/>
            </a:endParaRPr>
          </a:p>
          <a:p>
            <a:pPr marL="114480" indent="0" algn="ctr">
              <a:lnSpc>
                <a:spcPct val="100000"/>
              </a:lnSpc>
              <a:spcBef>
                <a:spcPts val="360"/>
              </a:spcBef>
              <a:buNone/>
              <a:tabLst>
                <a:tab algn="l" pos="0"/>
              </a:tabLst>
            </a:pPr>
            <a:r>
              <a:rPr b="1" lang="en-IN" sz="1800" strike="noStrike" u="none">
                <a:solidFill>
                  <a:schemeClr val="dk1"/>
                </a:solidFill>
                <a:uFillTx/>
                <a:latin typeface="Times New Roman"/>
                <a:ea typeface="Times New Roman"/>
              </a:rPr>
              <a:t>Fig. 3.1: </a:t>
            </a:r>
            <a:r>
              <a:rPr b="1" lang="en-US" sz="1800" strike="noStrike" u="none">
                <a:solidFill>
                  <a:schemeClr val="dk1"/>
                </a:solidFill>
                <a:uFillTx/>
                <a:latin typeface="Times New Roman"/>
                <a:ea typeface="Times New Roman"/>
              </a:rPr>
              <a:t>BCI system architecture diagram</a:t>
            </a:r>
            <a:endParaRPr b="0" lang="en-US" sz="1800" strike="noStrike" u="none">
              <a:solidFill>
                <a:srgbClr val="000000"/>
              </a:solidFill>
              <a:uFillTx/>
              <a:latin typeface="Arial"/>
            </a:endParaRPr>
          </a:p>
        </p:txBody>
      </p:sp>
      <p:sp>
        <p:nvSpPr>
          <p:cNvPr id="48" name="PlaceHolder 3"/>
          <p:cNvSpPr>
            <a:spLocks noGrp="1"/>
          </p:cNvSpPr>
          <p:nvPr>
            <p:ph type="sldNum" idx="19"/>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CFC6C31D-7B66-45AE-A336-FAAB0ECEB43F}"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pic>
        <p:nvPicPr>
          <p:cNvPr id="49" name="Picture 6" descr=""/>
          <p:cNvPicPr/>
          <p:nvPr/>
        </p:nvPicPr>
        <p:blipFill>
          <a:blip r:embed="rId1"/>
          <a:stretch/>
        </p:blipFill>
        <p:spPr>
          <a:xfrm>
            <a:off x="1236960" y="1219320"/>
            <a:ext cx="6669360" cy="45338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4. Advantages / Disadvantages</a:t>
            </a:r>
            <a:endParaRPr b="0" lang="en-US" sz="4400" strike="noStrike" u="none">
              <a:solidFill>
                <a:srgbClr val="000000"/>
              </a:solidFill>
              <a:uFillTx/>
              <a:latin typeface="Arial"/>
            </a:endParaRPr>
          </a:p>
        </p:txBody>
      </p:sp>
      <p:sp>
        <p:nvSpPr>
          <p:cNvPr id="51"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lnSpcReduction="9999"/>
          </a:bodyPr>
          <a:p>
            <a:pPr marL="114480" indent="0">
              <a:lnSpc>
                <a:spcPct val="100000"/>
              </a:lnSpc>
              <a:spcBef>
                <a:spcPts val="360"/>
              </a:spcBef>
              <a:buNone/>
              <a:tabLst>
                <a:tab algn="l" pos="0"/>
              </a:tabLst>
            </a:pPr>
            <a:r>
              <a:rPr b="1" lang="en-US" sz="1800" strike="noStrike" u="none">
                <a:solidFill>
                  <a:schemeClr val="dk1"/>
                </a:solidFill>
                <a:uFillTx/>
                <a:latin typeface="Times New Roman"/>
                <a:ea typeface="Times New Roman"/>
              </a:rPr>
              <a:t>Advantages</a:t>
            </a:r>
            <a:endParaRPr b="0" lang="en-US" sz="1800" strike="noStrike" u="none">
              <a:solidFill>
                <a:srgbClr val="000000"/>
              </a:solidFill>
              <a:uFillTx/>
              <a:latin typeface="Arial"/>
            </a:endParaRPr>
          </a:p>
          <a:p>
            <a:pPr marL="114480" indent="0">
              <a:lnSpc>
                <a:spcPct val="100000"/>
              </a:lnSpc>
              <a:spcBef>
                <a:spcPts val="360"/>
              </a:spcBef>
              <a:buNone/>
              <a:tabLst>
                <a:tab algn="l" pos="0"/>
              </a:tabLst>
            </a:pP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Direct Communication: Enables communication between the brain and external devices.</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Assistive Technology: Helps people with physical disabilities interact with computers and other devices.</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Rehabilitation Support: Supports research into rehabilitation for patients with motor impairments.</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Hands-Free Control: Allows device control without relying entirely on physical movements.</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Wide Applications: Can be used in healthcare research, robotics, gaming, and human-computer interaction.</a:t>
            </a:r>
            <a:endParaRPr b="0" lang="en-US" sz="1600" strike="noStrike" u="none">
              <a:solidFill>
                <a:srgbClr val="000000"/>
              </a:solidFill>
              <a:uFillTx/>
              <a:latin typeface="Arial"/>
            </a:endParaRPr>
          </a:p>
          <a:p>
            <a:pPr marL="114480" indent="0">
              <a:lnSpc>
                <a:spcPct val="100000"/>
              </a:lnSpc>
              <a:spcBef>
                <a:spcPts val="360"/>
              </a:spcBef>
              <a:buNone/>
              <a:tabLst>
                <a:tab algn="l" pos="0"/>
              </a:tabLst>
            </a:pPr>
            <a:r>
              <a:rPr b="1" lang="en-US" sz="1800" strike="noStrike" u="none">
                <a:solidFill>
                  <a:schemeClr val="dk1"/>
                </a:solidFill>
                <a:uFillTx/>
                <a:latin typeface="Times New Roman"/>
                <a:ea typeface="Times New Roman"/>
              </a:rPr>
              <a:t>Disadvantages</a:t>
            </a:r>
            <a:endParaRPr b="0" lang="en-US" sz="1800" strike="noStrike" u="none">
              <a:solidFill>
                <a:srgbClr val="000000"/>
              </a:solidFill>
              <a:uFillTx/>
              <a:latin typeface="Arial"/>
            </a:endParaRPr>
          </a:p>
          <a:p>
            <a:pPr marL="114480" indent="0">
              <a:lnSpc>
                <a:spcPct val="100000"/>
              </a:lnSpc>
              <a:spcBef>
                <a:spcPts val="360"/>
              </a:spcBef>
              <a:buNone/>
              <a:tabLst>
                <a:tab algn="l" pos="0"/>
              </a:tabLst>
            </a:pPr>
            <a:endParaRPr b="0" lang="en-US" sz="1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800" strike="noStrike" u="none">
                <a:solidFill>
                  <a:schemeClr val="dk1"/>
                </a:solidFill>
                <a:uFillTx/>
                <a:latin typeface="Times New Roman"/>
                <a:ea typeface="Times New Roman"/>
              </a:rPr>
              <a:t>High Cost: Advanced BCI equipment can be expensive.</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800" strike="noStrike" u="none">
                <a:solidFill>
                  <a:schemeClr val="dk1"/>
                </a:solidFill>
                <a:uFillTx/>
                <a:latin typeface="Times New Roman"/>
                <a:ea typeface="Times New Roman"/>
              </a:rPr>
              <a:t>Signal Noise: Brain signals can be weak and affected by noise and artifacts.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800" strike="noStrike" u="none">
                <a:solidFill>
                  <a:schemeClr val="dk1"/>
                </a:solidFill>
                <a:uFillTx/>
                <a:latin typeface="Times New Roman"/>
                <a:ea typeface="Times New Roman"/>
              </a:rPr>
              <a:t>Limited Accuracy: Classification errors can lead to incorrect commands.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800" strike="noStrike" u="none">
                <a:solidFill>
                  <a:schemeClr val="dk1"/>
                </a:solidFill>
                <a:uFillTx/>
                <a:latin typeface="Times New Roman"/>
                <a:ea typeface="Times New Roman"/>
              </a:rPr>
              <a:t>Training Requirements: Users may need calibration, practice, and repeated sessions.</a:t>
            </a: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800" strike="noStrike" u="none">
                <a:solidFill>
                  <a:schemeClr val="dk1"/>
                </a:solidFill>
                <a:uFillTx/>
                <a:latin typeface="Times New Roman"/>
                <a:ea typeface="Times New Roman"/>
              </a:rPr>
              <a:t>Privacy and Safety Concerns: Brain-signal data requires careful protection, and invasive systems involve surgical risks.</a:t>
            </a:r>
            <a:endParaRPr b="0" lang="en-US" sz="1800" strike="noStrike" u="none">
              <a:solidFill>
                <a:srgbClr val="000000"/>
              </a:solidFill>
              <a:uFillTx/>
              <a:latin typeface="Arial"/>
            </a:endParaRPr>
          </a:p>
          <a:p>
            <a:pPr marL="114480" indent="0">
              <a:lnSpc>
                <a:spcPct val="100000"/>
              </a:lnSpc>
              <a:spcBef>
                <a:spcPts val="360"/>
              </a:spcBef>
              <a:buNone/>
              <a:tabLst>
                <a:tab algn="l" pos="0"/>
              </a:tabLst>
            </a:pPr>
            <a:endParaRPr b="0" lang="en-US" sz="1800" strike="noStrike" u="none">
              <a:solidFill>
                <a:srgbClr val="000000"/>
              </a:solidFill>
              <a:uFillTx/>
              <a:latin typeface="Arial"/>
            </a:endParaRPr>
          </a:p>
        </p:txBody>
      </p:sp>
      <p:sp>
        <p:nvSpPr>
          <p:cNvPr id="52" name="PlaceHolder 3"/>
          <p:cNvSpPr>
            <a:spLocks noGrp="1"/>
          </p:cNvSpPr>
          <p:nvPr>
            <p:ph type="sldNum" idx="20"/>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695AA9A8-BD07-4EAB-A53A-D02E291BA2F0}"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5. Conclusion</a:t>
            </a:r>
            <a:endParaRPr b="0" lang="en-US" sz="4400" strike="noStrike" u="none">
              <a:solidFill>
                <a:srgbClr val="000000"/>
              </a:solidFill>
              <a:uFillTx/>
              <a:latin typeface="Arial"/>
            </a:endParaRPr>
          </a:p>
        </p:txBody>
      </p:sp>
      <p:sp>
        <p:nvSpPr>
          <p:cNvPr id="54"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114480" indent="0">
              <a:lnSpc>
                <a:spcPct val="100000"/>
              </a:lnSpc>
              <a:spcBef>
                <a:spcPts val="360"/>
              </a:spcBef>
              <a:buNone/>
              <a:tabLst>
                <a:tab algn="l" pos="0"/>
              </a:tabLst>
            </a:pPr>
            <a:r>
              <a:rPr b="0" lang="en-US" sz="1800" strike="noStrike" u="none">
                <a:solidFill>
                  <a:schemeClr val="dk1"/>
                </a:solidFill>
                <a:uFillTx/>
                <a:latin typeface="Times New Roman"/>
                <a:ea typeface="Times New Roman"/>
              </a:rPr>
              <a:t>Brain-Computer Interface (BCI) is an emerging technology that enables direct communication between the human brain and external devices. It works by acquiring brain signals, processing them, extracting useful features, and converting them into commands using classification techniques. BCI technology has promising applications in assistive communication, rehabilitation research, robotics, and human-computer interaction. However, challenges such as signal noise, limited accuracy, high cost, and privacy concerns remain. With advancements in signal processing, machine learning, and sensor technology, BCI systems have the potential to become more reliable, accessible, and user-friendly in the future.</a:t>
            </a:r>
            <a:endParaRPr b="0" lang="en-US" sz="1800" strike="noStrike" u="none">
              <a:solidFill>
                <a:srgbClr val="000000"/>
              </a:solidFill>
              <a:uFillTx/>
              <a:latin typeface="Arial"/>
            </a:endParaRPr>
          </a:p>
          <a:p>
            <a:pPr marL="343080" indent="-139680">
              <a:lnSpc>
                <a:spcPct val="100000"/>
              </a:lnSpc>
              <a:buNone/>
              <a:tabLst>
                <a:tab algn="l" pos="0"/>
              </a:tabLst>
            </a:pPr>
            <a:endParaRPr b="0" lang="en-US" sz="3200" strike="noStrike" u="none">
              <a:solidFill>
                <a:srgbClr val="000000"/>
              </a:solidFill>
              <a:uFillTx/>
              <a:latin typeface="Arial"/>
            </a:endParaRPr>
          </a:p>
        </p:txBody>
      </p:sp>
      <p:sp>
        <p:nvSpPr>
          <p:cNvPr id="55" name="PlaceHolder 3"/>
          <p:cNvSpPr>
            <a:spLocks noGrp="1"/>
          </p:cNvSpPr>
          <p:nvPr>
            <p:ph type="sldNum" idx="21"/>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B3F0525D-44E1-4F46-B0AD-B663B5C8B5E4}"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6. Project Initiation</a:t>
            </a:r>
            <a:endParaRPr b="0" lang="en-US" sz="4400" strike="noStrike" u="none">
              <a:solidFill>
                <a:srgbClr val="000000"/>
              </a:solidFill>
              <a:uFillTx/>
              <a:latin typeface="Arial"/>
            </a:endParaRPr>
          </a:p>
        </p:txBody>
      </p:sp>
      <p:sp>
        <p:nvSpPr>
          <p:cNvPr id="57"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343080" indent="-139680" algn="just">
              <a:lnSpc>
                <a:spcPct val="100000"/>
              </a:lnSpc>
              <a:buNone/>
              <a:tabLst>
                <a:tab algn="l" pos="0"/>
              </a:tabLst>
            </a:pPr>
            <a:endParaRPr b="0" lang="en-US" sz="2000" strike="noStrike" u="none">
              <a:solidFill>
                <a:srgbClr val="000000"/>
              </a:solidFill>
              <a:uFillTx/>
              <a:latin typeface="Arial"/>
            </a:endParaRPr>
          </a:p>
          <a:p>
            <a:pPr marL="114480" indent="0">
              <a:lnSpc>
                <a:spcPct val="100000"/>
              </a:lnSpc>
              <a:spcBef>
                <a:spcPts val="360"/>
              </a:spcBef>
              <a:buNone/>
              <a:tabLst>
                <a:tab algn="l" pos="0"/>
              </a:tabLst>
            </a:pPr>
            <a:r>
              <a:rPr b="0" lang="en-US" sz="2000" strike="noStrike" u="none">
                <a:solidFill>
                  <a:schemeClr val="dk1"/>
                </a:solidFill>
                <a:uFillTx/>
                <a:latin typeface="Times New Roman"/>
                <a:ea typeface="Times New Roman"/>
              </a:rPr>
              <a:t>Project initiation defines the main problem, objectives, scope, stakeholders, and resources required for the proposed system.</a:t>
            </a:r>
            <a:endParaRPr b="0" lang="en-US" sz="2000" strike="noStrike" u="none">
              <a:solidFill>
                <a:srgbClr val="000000"/>
              </a:solidFill>
              <a:uFillTx/>
              <a:latin typeface="Arial"/>
            </a:endParaRPr>
          </a:p>
          <a:p>
            <a:pPr marL="114480" indent="0">
              <a:lnSpc>
                <a:spcPct val="100000"/>
              </a:lnSpc>
              <a:spcBef>
                <a:spcPts val="360"/>
              </a:spcBef>
              <a:buNone/>
              <a:tabLst>
                <a:tab algn="l" pos="0"/>
              </a:tabLst>
            </a:pPr>
            <a:r>
              <a:rPr b="0" lang="en-US" sz="2000" strike="noStrike" u="none">
                <a:solidFill>
                  <a:schemeClr val="dk1"/>
                </a:solidFill>
                <a:uFillTx/>
                <a:latin typeface="Times New Roman"/>
                <a:ea typeface="Times New Roman"/>
              </a:rPr>
              <a:t>The proposed project aims to develop an educational Brain-Computer Interface (BCI) system that acquires and analyzes brain signals, identifies signal patterns, and converts them into commands for computer interaction. It focuses on EEG signal processing, machine learning-based classification, and displaying recognized commands through a simple graphical interface.</a:t>
            </a:r>
            <a:endParaRPr b="0" lang="en-US" sz="2000" strike="noStrike" u="none">
              <a:solidFill>
                <a:srgbClr val="000000"/>
              </a:solidFill>
              <a:uFillTx/>
              <a:latin typeface="Arial"/>
            </a:endParaRPr>
          </a:p>
          <a:p>
            <a:pPr marL="114480" indent="0">
              <a:lnSpc>
                <a:spcPct val="100000"/>
              </a:lnSpc>
              <a:spcBef>
                <a:spcPts val="360"/>
              </a:spcBef>
              <a:buNone/>
              <a:tabLst>
                <a:tab algn="l" pos="0"/>
              </a:tabLst>
            </a:pPr>
            <a:endParaRPr b="0" lang="en-US" sz="2000" strike="noStrike" u="none">
              <a:solidFill>
                <a:srgbClr val="000000"/>
              </a:solidFill>
              <a:uFillTx/>
              <a:latin typeface="Arial"/>
            </a:endParaRPr>
          </a:p>
          <a:p>
            <a:pPr marL="114480" indent="0">
              <a:lnSpc>
                <a:spcPct val="100000"/>
              </a:lnSpc>
              <a:spcBef>
                <a:spcPts val="360"/>
              </a:spcBef>
              <a:buNone/>
              <a:tabLst>
                <a:tab algn="l" pos="0"/>
              </a:tabLst>
            </a:pPr>
            <a:r>
              <a:rPr b="0" lang="en-US" sz="2000" strike="noStrike" u="none">
                <a:solidFill>
                  <a:schemeClr val="dk1"/>
                </a:solidFill>
                <a:uFillTx/>
                <a:latin typeface="Times New Roman"/>
                <a:ea typeface="Times New Roman"/>
              </a:rPr>
              <a:t>The project planning phase helps identify the necessary technologies, software tools, equipment, and resources required for implementation and testing.</a:t>
            </a:r>
            <a:endParaRPr b="0" lang="en-US" sz="2000" strike="noStrike" u="none">
              <a:solidFill>
                <a:srgbClr val="000000"/>
              </a:solidFill>
              <a:uFillTx/>
              <a:latin typeface="Arial"/>
            </a:endParaRPr>
          </a:p>
          <a:p>
            <a:pPr marL="343080" indent="-139680" algn="just">
              <a:lnSpc>
                <a:spcPct val="100000"/>
              </a:lnSpc>
              <a:buNone/>
              <a:tabLst>
                <a:tab algn="l" pos="0"/>
              </a:tabLst>
            </a:pPr>
            <a:endParaRPr b="0" lang="en-US" sz="3200" strike="noStrike" u="none">
              <a:solidFill>
                <a:srgbClr val="000000"/>
              </a:solidFill>
              <a:uFillTx/>
              <a:latin typeface="Arial"/>
            </a:endParaRPr>
          </a:p>
        </p:txBody>
      </p:sp>
      <p:sp>
        <p:nvSpPr>
          <p:cNvPr id="58" name="PlaceHolder 3"/>
          <p:cNvSpPr>
            <a:spLocks noGrp="1"/>
          </p:cNvSpPr>
          <p:nvPr>
            <p:ph type="sldNum" idx="22"/>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9648B44D-A41E-4E79-9D39-EB52D333AC0D}"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fontScale="90000"/>
          </a:bodyPr>
          <a:p>
            <a:pPr indent="0" algn="ctr">
              <a:lnSpc>
                <a:spcPct val="100000"/>
              </a:lnSpc>
              <a:buNone/>
              <a:tabLst>
                <a:tab algn="l" pos="0"/>
              </a:tabLst>
            </a:pPr>
            <a:br>
              <a:rPr sz="4000"/>
            </a:br>
            <a:r>
              <a:rPr b="0" lang="en-US" sz="4000" strike="noStrike" u="none">
                <a:solidFill>
                  <a:schemeClr val="dk1"/>
                </a:solidFill>
                <a:uFillTx/>
                <a:latin typeface="Times New Roman"/>
                <a:ea typeface="Times New Roman"/>
              </a:rPr>
              <a:t>6. 1 Description of Problem Statement</a:t>
            </a:r>
            <a:endParaRPr b="0" lang="en-US" sz="4000" strike="noStrike" u="none">
              <a:solidFill>
                <a:srgbClr val="000000"/>
              </a:solidFill>
              <a:uFillTx/>
              <a:latin typeface="Arial"/>
            </a:endParaRPr>
          </a:p>
          <a:p>
            <a:pPr indent="0" algn="ctr">
              <a:lnSpc>
                <a:spcPct val="100000"/>
              </a:lnSpc>
              <a:buNone/>
              <a:tabLst>
                <a:tab algn="l" pos="0"/>
              </a:tabLst>
            </a:pPr>
            <a:endParaRPr b="0" lang="en-US" sz="3600" strike="noStrike" u="none">
              <a:solidFill>
                <a:srgbClr val="000000"/>
              </a:solidFill>
              <a:uFillTx/>
              <a:latin typeface="Arial"/>
            </a:endParaRPr>
          </a:p>
        </p:txBody>
      </p:sp>
      <p:sp>
        <p:nvSpPr>
          <p:cNvPr id="60"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114480" indent="0">
              <a:lnSpc>
                <a:spcPct val="100000"/>
              </a:lnSpc>
              <a:spcBef>
                <a:spcPts val="360"/>
              </a:spcBef>
              <a:buNone/>
              <a:tabLst>
                <a:tab algn="l" pos="0"/>
              </a:tabLst>
            </a:pPr>
            <a:r>
              <a:rPr b="1" lang="en-US" sz="1800" strike="noStrike" u="none">
                <a:solidFill>
                  <a:schemeClr val="dk1"/>
                </a:solidFill>
                <a:uFillTx/>
                <a:latin typeface="Times New Roman"/>
                <a:ea typeface="Times New Roman"/>
              </a:rPr>
              <a:t>Problem</a:t>
            </a:r>
            <a:endParaRPr b="0" lang="en-US" sz="1800" strike="noStrike" u="none">
              <a:solidFill>
                <a:srgbClr val="000000"/>
              </a:solidFill>
              <a:uFillTx/>
              <a:latin typeface="Arial"/>
            </a:endParaRPr>
          </a:p>
          <a:p>
            <a:pPr marL="114480" indent="0">
              <a:lnSpc>
                <a:spcPct val="100000"/>
              </a:lnSpc>
              <a:spcBef>
                <a:spcPts val="360"/>
              </a:spcBef>
              <a:buNone/>
              <a:tabLst>
                <a:tab algn="l" pos="0"/>
              </a:tabLst>
            </a:pPr>
            <a:endParaRPr b="0" lang="en-US" sz="1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BCI systems may struggle to acquire clear and reliable brain signals.</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Noise and unwanted artifacts can affect signal quality.</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Accurate classification of brain-signal patterns remains challenging.</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Differences in brain activity between users can affect system performance.</a:t>
            </a:r>
            <a:endParaRPr b="0" lang="en-US" sz="16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600" strike="noStrike" u="none">
                <a:solidFill>
                  <a:schemeClr val="dk1"/>
                </a:solidFill>
                <a:uFillTx/>
                <a:latin typeface="Times New Roman"/>
                <a:ea typeface="Times New Roman"/>
              </a:rPr>
              <a:t>Real-time control may require calibration, training, and suitable equipment</a:t>
            </a:r>
            <a:endParaRPr b="0" lang="en-US" sz="1600" strike="noStrike" u="none">
              <a:solidFill>
                <a:srgbClr val="000000"/>
              </a:solidFill>
              <a:uFillTx/>
              <a:latin typeface="Arial"/>
            </a:endParaRPr>
          </a:p>
          <a:p>
            <a:pPr marL="114480" indent="0">
              <a:lnSpc>
                <a:spcPct val="100000"/>
              </a:lnSpc>
              <a:spcBef>
                <a:spcPts val="360"/>
              </a:spcBef>
              <a:buNone/>
              <a:tabLst>
                <a:tab algn="l" pos="0"/>
              </a:tabLst>
            </a:pPr>
            <a:r>
              <a:rPr b="1" lang="en-US" sz="1800" strike="noStrike" u="none">
                <a:solidFill>
                  <a:schemeClr val="dk1"/>
                </a:solidFill>
                <a:uFillTx/>
                <a:latin typeface="Times New Roman"/>
                <a:ea typeface="Times New Roman"/>
              </a:rPr>
              <a:t>Problem Statement</a:t>
            </a:r>
            <a:endParaRPr b="0" lang="en-US" sz="1800" strike="noStrike" u="none">
              <a:solidFill>
                <a:srgbClr val="000000"/>
              </a:solidFill>
              <a:uFillTx/>
              <a:latin typeface="Arial"/>
            </a:endParaRPr>
          </a:p>
          <a:p>
            <a:pPr marL="114480" indent="0">
              <a:lnSpc>
                <a:spcPct val="100000"/>
              </a:lnSpc>
              <a:spcBef>
                <a:spcPts val="360"/>
              </a:spcBef>
              <a:buNone/>
              <a:tabLst>
                <a:tab algn="l" pos="0"/>
              </a:tabLst>
            </a:pPr>
            <a:endParaRPr b="0" lang="en-US" sz="1800" strike="noStrike" u="none">
              <a:solidFill>
                <a:srgbClr val="000000"/>
              </a:solidFill>
              <a:uFillTx/>
              <a:latin typeface="Arial"/>
            </a:endParaRPr>
          </a:p>
          <a:p>
            <a:pPr marL="114480" indent="0">
              <a:lnSpc>
                <a:spcPct val="100000"/>
              </a:lnSpc>
              <a:spcBef>
                <a:spcPts val="360"/>
              </a:spcBef>
              <a:buNone/>
              <a:tabLst>
                <a:tab algn="l" pos="0"/>
              </a:tabLst>
            </a:pPr>
            <a:r>
              <a:rPr b="0" lang="en-US" sz="1600" strike="noStrike" u="none">
                <a:solidFill>
                  <a:schemeClr val="dk1"/>
                </a:solidFill>
                <a:uFillTx/>
                <a:latin typeface="Times New Roman"/>
                <a:ea typeface="Times New Roman"/>
              </a:rPr>
              <a:t>To design a system that acquires and processes brain signals to identify patterns and convert them into computer commands. The system aims to improve signal classification and enable basic computer interaction. It provides a simple, non-invasive BCI demonstration for educational purposes.</a:t>
            </a:r>
            <a:endParaRPr b="0" lang="en-US" sz="1600" strike="noStrike" u="none">
              <a:solidFill>
                <a:srgbClr val="000000"/>
              </a:solidFill>
              <a:uFillTx/>
              <a:latin typeface="Arial"/>
            </a:endParaRPr>
          </a:p>
          <a:p>
            <a:pPr marL="114480" indent="0">
              <a:lnSpc>
                <a:spcPct val="100000"/>
              </a:lnSpc>
              <a:spcBef>
                <a:spcPts val="360"/>
              </a:spcBef>
              <a:buNone/>
              <a:tabLst>
                <a:tab algn="l" pos="0"/>
              </a:tabLst>
            </a:pPr>
            <a:endParaRPr b="0" lang="en-US" sz="1600" strike="noStrike" u="none">
              <a:solidFill>
                <a:srgbClr val="000000"/>
              </a:solidFill>
              <a:uFillTx/>
              <a:latin typeface="Arial"/>
            </a:endParaRPr>
          </a:p>
          <a:p>
            <a:pPr marL="343080" indent="-139680" algn="just">
              <a:lnSpc>
                <a:spcPct val="100000"/>
              </a:lnSpc>
              <a:buNone/>
              <a:tabLst>
                <a:tab algn="l" pos="0"/>
              </a:tabLst>
            </a:pPr>
            <a:endParaRPr b="0" lang="en-US" sz="3200" strike="noStrike" u="none">
              <a:solidFill>
                <a:srgbClr val="000000"/>
              </a:solidFill>
              <a:uFillTx/>
              <a:latin typeface="Arial"/>
            </a:endParaRPr>
          </a:p>
        </p:txBody>
      </p:sp>
      <p:sp>
        <p:nvSpPr>
          <p:cNvPr id="61" name="PlaceHolder 3"/>
          <p:cNvSpPr>
            <a:spLocks noGrp="1"/>
          </p:cNvSpPr>
          <p:nvPr>
            <p:ph type="sldNum" idx="23"/>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D29E49E4-65E5-4418-A673-6DB96EABB3FA}"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fontScale="90000"/>
          </a:bodyPr>
          <a:p>
            <a:pPr indent="0">
              <a:lnSpc>
                <a:spcPct val="100000"/>
              </a:lnSpc>
              <a:buNone/>
              <a:tabLst>
                <a:tab algn="l" pos="0"/>
              </a:tabLst>
            </a:pPr>
            <a:endParaRPr b="0" lang="en-US" sz="3600" strike="noStrike" u="none">
              <a:solidFill>
                <a:srgbClr val="000000"/>
              </a:solidFill>
              <a:uFillTx/>
              <a:latin typeface="Arial"/>
            </a:endParaRPr>
          </a:p>
          <a:p>
            <a:pPr indent="0" algn="ctr">
              <a:lnSpc>
                <a:spcPct val="100000"/>
              </a:lnSpc>
              <a:buNone/>
              <a:tabLst>
                <a:tab algn="l" pos="0"/>
              </a:tabLst>
            </a:pPr>
            <a:r>
              <a:rPr b="0" lang="en-US" sz="4000" strike="noStrike" u="none">
                <a:solidFill>
                  <a:schemeClr val="dk1"/>
                </a:solidFill>
                <a:uFillTx/>
                <a:latin typeface="Times New Roman"/>
                <a:ea typeface="Times New Roman"/>
              </a:rPr>
              <a:t>6. 2 Scope and Objectives</a:t>
            </a:r>
            <a:endParaRPr b="0" lang="en-US" sz="4000" strike="noStrike" u="none">
              <a:solidFill>
                <a:srgbClr val="000000"/>
              </a:solidFill>
              <a:uFillTx/>
              <a:latin typeface="Arial"/>
            </a:endParaRPr>
          </a:p>
          <a:p>
            <a:pPr indent="0">
              <a:lnSpc>
                <a:spcPct val="100000"/>
              </a:lnSpc>
              <a:buNone/>
              <a:tabLst>
                <a:tab algn="l" pos="0"/>
              </a:tabLst>
            </a:pPr>
            <a:endParaRPr b="0" lang="en-US" sz="3600" strike="noStrike" u="none">
              <a:solidFill>
                <a:srgbClr val="000000"/>
              </a:solidFill>
              <a:uFillTx/>
              <a:latin typeface="Arial"/>
            </a:endParaRPr>
          </a:p>
        </p:txBody>
      </p:sp>
      <p:sp>
        <p:nvSpPr>
          <p:cNvPr id="63"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fontScale="77500" lnSpcReduction="19999"/>
          </a:bodyPr>
          <a:p>
            <a:pPr marL="114480" indent="0">
              <a:lnSpc>
                <a:spcPct val="100000"/>
              </a:lnSpc>
              <a:spcBef>
                <a:spcPts val="360"/>
              </a:spcBef>
              <a:buNone/>
              <a:tabLst>
                <a:tab algn="l" pos="0"/>
              </a:tabLst>
            </a:pPr>
            <a:r>
              <a:rPr b="1" lang="en-US" sz="2800" strike="noStrike" u="none">
                <a:solidFill>
                  <a:schemeClr val="dk1"/>
                </a:solidFill>
                <a:uFillTx/>
                <a:latin typeface="Times New Roman"/>
                <a:ea typeface="Times New Roman"/>
              </a:rPr>
              <a:t>Scope:</a:t>
            </a:r>
            <a:endParaRPr b="0" lang="en-US" sz="2800" strike="noStrike" u="none">
              <a:solidFill>
                <a:srgbClr val="000000"/>
              </a:solidFill>
              <a:uFillTx/>
              <a:latin typeface="Arial"/>
            </a:endParaRPr>
          </a:p>
          <a:p>
            <a:pPr marL="114480" indent="0">
              <a:lnSpc>
                <a:spcPct val="100000"/>
              </a:lnSpc>
              <a:spcBef>
                <a:spcPts val="360"/>
              </a:spcBef>
              <a:buNone/>
              <a:tabLst>
                <a:tab algn="l" pos="0"/>
              </a:tabLst>
            </a:pP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Study the basic principles and working of Brain-Computer Interface (BCI).</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Explore non-invasive EEG signal acquisition and preprocessing.</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Apply feature extraction and machine learning techniques to classify brain-signal patterns.</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Display recognized commands through a computer interface.</a:t>
            </a:r>
            <a:endParaRPr b="0" lang="en-US" sz="2800" strike="noStrike" u="none">
              <a:solidFill>
                <a:srgbClr val="000000"/>
              </a:solidFill>
              <a:uFillTx/>
              <a:latin typeface="Arial"/>
            </a:endParaRPr>
          </a:p>
          <a:p>
            <a:pPr marL="114480" indent="0">
              <a:lnSpc>
                <a:spcPct val="100000"/>
              </a:lnSpc>
              <a:spcBef>
                <a:spcPts val="360"/>
              </a:spcBef>
              <a:buNone/>
              <a:tabLst>
                <a:tab algn="l" pos="0"/>
              </a:tabLst>
            </a:pPr>
            <a:r>
              <a:rPr b="1" lang="en-US" sz="2100" strike="noStrike" u="none">
                <a:solidFill>
                  <a:schemeClr val="dk1"/>
                </a:solidFill>
                <a:uFillTx/>
                <a:latin typeface="Times New Roman"/>
                <a:ea typeface="Times New Roman"/>
              </a:rPr>
              <a:t>Objectives:</a:t>
            </a:r>
            <a:endParaRPr b="0" lang="en-US" sz="2100" strike="noStrike" u="none">
              <a:solidFill>
                <a:srgbClr val="000000"/>
              </a:solidFill>
              <a:uFillTx/>
              <a:latin typeface="Arial"/>
            </a:endParaRPr>
          </a:p>
          <a:p>
            <a:pPr marL="114480" indent="0">
              <a:lnSpc>
                <a:spcPct val="100000"/>
              </a:lnSpc>
              <a:spcBef>
                <a:spcPts val="360"/>
              </a:spcBef>
              <a:buNone/>
              <a:tabLst>
                <a:tab algn="l" pos="0"/>
              </a:tabLst>
            </a:pP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Understand the major stages of a BCI system.</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Reduce noise and improve EEG signal quality.</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Classify brain-signal patterns into predefined commands.</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Demonstrate basic computer interaction using a simple BCI prototype.</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Evaluate the system’s performance and identify its limitations.</a:t>
            </a:r>
            <a:endParaRPr b="0" lang="en-US" sz="2800" strike="noStrike" u="none">
              <a:solidFill>
                <a:srgbClr val="000000"/>
              </a:solidFill>
              <a:uFillTx/>
              <a:latin typeface="Arial"/>
            </a:endParaRPr>
          </a:p>
          <a:p>
            <a:pPr marL="343080" indent="-139680" algn="just">
              <a:lnSpc>
                <a:spcPct val="100000"/>
              </a:lnSpc>
              <a:buNone/>
              <a:tabLst>
                <a:tab algn="l" pos="0"/>
              </a:tabLst>
            </a:pPr>
            <a:endParaRPr b="0" lang="en-US" sz="3200" strike="noStrike" u="none">
              <a:solidFill>
                <a:srgbClr val="000000"/>
              </a:solidFill>
              <a:uFillTx/>
              <a:latin typeface="Arial"/>
            </a:endParaRPr>
          </a:p>
          <a:p>
            <a:pPr marL="343080" indent="-139680" algn="just">
              <a:lnSpc>
                <a:spcPct val="100000"/>
              </a:lnSpc>
              <a:buNone/>
              <a:tabLst>
                <a:tab algn="l" pos="0"/>
              </a:tabLst>
            </a:pPr>
            <a:endParaRPr b="0" lang="en-US" sz="3200" strike="noStrike" u="none">
              <a:solidFill>
                <a:srgbClr val="000000"/>
              </a:solidFill>
              <a:uFillTx/>
              <a:latin typeface="Arial"/>
            </a:endParaRPr>
          </a:p>
          <a:p>
            <a:pPr marL="343080" indent="-139680" algn="just">
              <a:lnSpc>
                <a:spcPct val="100000"/>
              </a:lnSpc>
              <a:buNone/>
              <a:tabLst>
                <a:tab algn="l" pos="0"/>
              </a:tabLst>
            </a:pPr>
            <a:endParaRPr b="0" lang="en-US" sz="3200" strike="noStrike" u="none">
              <a:solidFill>
                <a:srgbClr val="000000"/>
              </a:solidFill>
              <a:uFillTx/>
              <a:latin typeface="Arial"/>
            </a:endParaRPr>
          </a:p>
          <a:p>
            <a:pPr marL="343080" indent="-139680" algn="just">
              <a:lnSpc>
                <a:spcPct val="100000"/>
              </a:lnSpc>
              <a:buNone/>
              <a:tabLst>
                <a:tab algn="l" pos="0"/>
              </a:tabLst>
            </a:pPr>
            <a:endParaRPr b="0" lang="en-US" sz="3200" strike="noStrike" u="none">
              <a:solidFill>
                <a:srgbClr val="000000"/>
              </a:solidFill>
              <a:uFillTx/>
              <a:latin typeface="Arial"/>
            </a:endParaRPr>
          </a:p>
        </p:txBody>
      </p:sp>
      <p:sp>
        <p:nvSpPr>
          <p:cNvPr id="64" name="PlaceHolder 3"/>
          <p:cNvSpPr>
            <a:spLocks noGrp="1"/>
          </p:cNvSpPr>
          <p:nvPr>
            <p:ph type="sldNum" idx="24"/>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7033A4E8-6B2D-48F5-8997-1ED657E03D3F}"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3600" strike="noStrike" u="none">
                <a:solidFill>
                  <a:schemeClr val="dk1"/>
                </a:solidFill>
                <a:uFillTx/>
                <a:latin typeface="Times New Roman"/>
                <a:ea typeface="Times New Roman"/>
              </a:rPr>
              <a:t>6. 3 Stake holder</a:t>
            </a:r>
            <a:endParaRPr b="0" lang="en-US" sz="3600" strike="noStrike" u="none">
              <a:solidFill>
                <a:srgbClr val="000000"/>
              </a:solidFill>
              <a:uFillTx/>
              <a:latin typeface="Arial"/>
            </a:endParaRPr>
          </a:p>
        </p:txBody>
      </p:sp>
      <p:sp>
        <p:nvSpPr>
          <p:cNvPr id="66"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fontScale="92500" lnSpcReduction="9999"/>
          </a:bodyPr>
          <a:p>
            <a:pPr marL="343080" indent="-139680" algn="just">
              <a:lnSpc>
                <a:spcPct val="100000"/>
              </a:lnSpc>
              <a:buNone/>
              <a:tabLst>
                <a:tab algn="l" pos="0"/>
              </a:tabLst>
            </a:pPr>
            <a:r>
              <a:rPr b="0" lang="en-US" sz="2400" strike="noStrike" u="none">
                <a:solidFill>
                  <a:schemeClr val="dk1"/>
                </a:solidFill>
                <a:uFillTx/>
                <a:latin typeface="Times New Roman"/>
                <a:ea typeface="Times New Roman"/>
              </a:rPr>
              <a:t>The main stakeholders proposed of </a:t>
            </a:r>
            <a:endParaRPr b="0" lang="en-US" sz="2400" strike="noStrike" u="none">
              <a:solidFill>
                <a:srgbClr val="000000"/>
              </a:solidFill>
              <a:uFillTx/>
              <a:latin typeface="Arial"/>
            </a:endParaRPr>
          </a:p>
          <a:p>
            <a:pPr marL="343080" indent="-139680" algn="just">
              <a:lnSpc>
                <a:spcPct val="100000"/>
              </a:lnSpc>
              <a:buNone/>
              <a:tabLst>
                <a:tab algn="l" pos="0"/>
              </a:tabLst>
            </a:pPr>
            <a:r>
              <a:rPr b="0" lang="en-US" sz="2400" strike="noStrike" u="none">
                <a:solidFill>
                  <a:schemeClr val="dk1"/>
                </a:solidFill>
                <a:uFillTx/>
                <a:latin typeface="Times New Roman"/>
                <a:ea typeface="Times New Roman"/>
              </a:rPr>
              <a:t>Brain Computer interface are:</a:t>
            </a:r>
            <a:endParaRPr b="0" lang="en-US" sz="2400" strike="noStrike" u="none">
              <a:solidFill>
                <a:srgbClr val="000000"/>
              </a:solidFill>
              <a:uFillTx/>
              <a:latin typeface="Arial"/>
            </a:endParaRPr>
          </a:p>
          <a:p>
            <a:pPr marL="343080" indent="-139680" algn="just">
              <a:lnSpc>
                <a:spcPct val="100000"/>
              </a:lnSpc>
              <a:buNone/>
              <a:tabLst>
                <a:tab algn="l" pos="0"/>
              </a:tabLst>
            </a:pPr>
            <a:r>
              <a:rPr b="0" lang="en-US" sz="2400" strike="noStrike" u="none">
                <a:solidFill>
                  <a:schemeClr val="dk1"/>
                </a:solidFill>
                <a:uFillTx/>
                <a:latin typeface="Times New Roman"/>
                <a:ea typeface="Times New Roman"/>
              </a:rPr>
              <a:t> </a:t>
            </a:r>
            <a:r>
              <a:rPr b="1" lang="en-US" sz="2200" strike="noStrike" u="none">
                <a:solidFill>
                  <a:schemeClr val="dk1"/>
                </a:solidFill>
                <a:uFillTx/>
                <a:latin typeface="Times New Roman"/>
                <a:ea typeface="Times New Roman"/>
              </a:rPr>
              <a:t>Stakeholders</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2200" strike="noStrike" u="none">
                <a:solidFill>
                  <a:schemeClr val="dk1"/>
                </a:solidFill>
                <a:uFillTx/>
                <a:latin typeface="Times New Roman"/>
                <a:ea typeface="Times New Roman"/>
              </a:rPr>
              <a:t>End Users:</a:t>
            </a:r>
            <a:r>
              <a:rPr b="0" lang="en-US" sz="2200" strike="noStrike" u="none">
                <a:solidFill>
                  <a:schemeClr val="dk1"/>
                </a:solidFill>
                <a:uFillTx/>
                <a:latin typeface="Times New Roman"/>
                <a:ea typeface="Times New Roman"/>
              </a:rPr>
              <a:t> People with motor disabilities who may benefit from BCI-based interaction.</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2200" strike="noStrike" u="none">
                <a:solidFill>
                  <a:schemeClr val="dk1"/>
                </a:solidFill>
                <a:uFillTx/>
                <a:latin typeface="Times New Roman"/>
                <a:ea typeface="Times New Roman"/>
              </a:rPr>
              <a:t>Developers:</a:t>
            </a:r>
            <a:r>
              <a:rPr b="0" lang="en-US" sz="2200" strike="noStrike" u="none">
                <a:solidFill>
                  <a:schemeClr val="dk1"/>
                </a:solidFill>
                <a:uFillTx/>
                <a:latin typeface="Times New Roman"/>
                <a:ea typeface="Times New Roman"/>
              </a:rPr>
              <a:t> Students responsible for designing and implementing the BCI system.</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2200" strike="noStrike" u="none">
                <a:solidFill>
                  <a:schemeClr val="dk1"/>
                </a:solidFill>
                <a:uFillTx/>
                <a:latin typeface="Times New Roman"/>
                <a:ea typeface="Times New Roman"/>
              </a:rPr>
              <a:t>Healthcare Professionals:</a:t>
            </a:r>
            <a:r>
              <a:rPr b="0" lang="en-US" sz="2200" strike="noStrike" u="none">
                <a:solidFill>
                  <a:schemeClr val="dk1"/>
                </a:solidFill>
                <a:uFillTx/>
                <a:latin typeface="Times New Roman"/>
                <a:ea typeface="Times New Roman"/>
              </a:rPr>
              <a:t> Doctors, therapists, and rehabilitation specialists who may use BCI technology.</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2200" strike="noStrike" u="none">
                <a:solidFill>
                  <a:schemeClr val="dk1"/>
                </a:solidFill>
                <a:uFillTx/>
                <a:latin typeface="Times New Roman"/>
                <a:ea typeface="Times New Roman"/>
              </a:rPr>
              <a:t>Hardware and Software Providers:</a:t>
            </a:r>
            <a:r>
              <a:rPr b="0" lang="en-US" sz="2200" strike="noStrike" u="none">
                <a:solidFill>
                  <a:schemeClr val="dk1"/>
                </a:solidFill>
                <a:uFillTx/>
                <a:latin typeface="Times New Roman"/>
                <a:ea typeface="Times New Roman"/>
              </a:rPr>
              <a:t> Providers of EEG equipment, software tools, and related technologies.</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2200" strike="noStrike" u="none">
                <a:solidFill>
                  <a:schemeClr val="dk1"/>
                </a:solidFill>
                <a:uFillTx/>
                <a:latin typeface="Times New Roman"/>
                <a:ea typeface="Times New Roman"/>
              </a:rPr>
              <a:t>System Administrators:</a:t>
            </a:r>
            <a:r>
              <a:rPr b="0" lang="en-US" sz="2200" strike="noStrike" u="none">
                <a:solidFill>
                  <a:schemeClr val="dk1"/>
                </a:solidFill>
                <a:uFillTx/>
                <a:latin typeface="Times New Roman"/>
                <a:ea typeface="Times New Roman"/>
              </a:rPr>
              <a:t> Responsible for maintaining the computer system and software environment.</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2200" strike="noStrike" u="none">
                <a:solidFill>
                  <a:schemeClr val="dk1"/>
                </a:solidFill>
                <a:uFillTx/>
                <a:latin typeface="Times New Roman"/>
                <a:ea typeface="Times New Roman"/>
              </a:rPr>
              <a:t>Project Guide and Evaluators:</a:t>
            </a:r>
            <a:r>
              <a:rPr b="0" lang="en-US" sz="2200" strike="noStrike" u="none">
                <a:solidFill>
                  <a:schemeClr val="dk1"/>
                </a:solidFill>
                <a:uFillTx/>
                <a:latin typeface="Times New Roman"/>
                <a:ea typeface="Times New Roman"/>
              </a:rPr>
              <a:t> Provide guidance, monitor progress, and evaluate the project.</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1" lang="en-US" sz="2200" strike="noStrike" u="none">
                <a:solidFill>
                  <a:schemeClr val="dk1"/>
                </a:solidFill>
                <a:uFillTx/>
                <a:latin typeface="Times New Roman"/>
                <a:ea typeface="Times New Roman"/>
              </a:rPr>
              <a:t>Institute and Department:</a:t>
            </a:r>
            <a:r>
              <a:rPr b="0" lang="en-US" sz="2200" strike="noStrike" u="none">
                <a:solidFill>
                  <a:schemeClr val="dk1"/>
                </a:solidFill>
                <a:uFillTx/>
                <a:latin typeface="Times New Roman"/>
                <a:ea typeface="Times New Roman"/>
              </a:rPr>
              <a:t> Support the project through academic resources and facilities.</a:t>
            </a:r>
            <a:endParaRPr b="0" lang="en-US" sz="2200" strike="noStrike" u="none">
              <a:solidFill>
                <a:srgbClr val="000000"/>
              </a:solidFill>
              <a:uFillTx/>
              <a:latin typeface="Arial"/>
            </a:endParaRPr>
          </a:p>
          <a:p>
            <a:pPr marL="343080" indent="-139680" algn="just">
              <a:lnSpc>
                <a:spcPct val="100000"/>
              </a:lnSpc>
              <a:buNone/>
              <a:tabLst>
                <a:tab algn="l" pos="0"/>
              </a:tabLst>
            </a:pPr>
            <a:endParaRPr b="0" lang="en-US" sz="3200" strike="noStrike" u="none">
              <a:solidFill>
                <a:srgbClr val="000000"/>
              </a:solidFill>
              <a:uFillTx/>
              <a:latin typeface="Arial"/>
            </a:endParaRPr>
          </a:p>
        </p:txBody>
      </p:sp>
      <p:sp>
        <p:nvSpPr>
          <p:cNvPr id="67" name="PlaceHolder 3"/>
          <p:cNvSpPr>
            <a:spLocks noGrp="1"/>
          </p:cNvSpPr>
          <p:nvPr>
            <p:ph type="sldNum" idx="25"/>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51F3EC3F-0BC9-42A7-B877-3D594AB3101D}"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Autofit/>
          </a:bodyPr>
          <a:p>
            <a:pPr indent="0" algn="ctr">
              <a:lnSpc>
                <a:spcPct val="100000"/>
              </a:lnSpc>
              <a:buNone/>
              <a:tabLst>
                <a:tab algn="l" pos="0"/>
              </a:tabLst>
            </a:pPr>
            <a:br>
              <a:rPr sz="3600"/>
            </a:br>
            <a:r>
              <a:rPr b="0" lang="en-US" sz="3600" strike="noStrike" u="none">
                <a:solidFill>
                  <a:schemeClr val="dk1"/>
                </a:solidFill>
                <a:uFillTx/>
                <a:latin typeface="Times New Roman"/>
                <a:ea typeface="Times New Roman"/>
              </a:rPr>
              <a:t>6. 4 Seminar Discussion Plan</a:t>
            </a:r>
            <a:endParaRPr b="0" lang="en-US" sz="3600" strike="noStrike" u="none">
              <a:solidFill>
                <a:srgbClr val="000000"/>
              </a:solidFill>
              <a:uFillTx/>
              <a:latin typeface="Arial"/>
            </a:endParaRPr>
          </a:p>
          <a:p>
            <a:pPr indent="0" algn="ctr">
              <a:lnSpc>
                <a:spcPct val="100000"/>
              </a:lnSpc>
              <a:buNone/>
              <a:tabLst>
                <a:tab algn="l" pos="0"/>
              </a:tabLst>
            </a:pPr>
            <a:endParaRPr b="0" lang="en-US" sz="3200" strike="noStrike" u="none">
              <a:solidFill>
                <a:srgbClr val="000000"/>
              </a:solidFill>
              <a:uFillTx/>
              <a:latin typeface="Arial"/>
            </a:endParaRPr>
          </a:p>
        </p:txBody>
      </p:sp>
      <p:sp>
        <p:nvSpPr>
          <p:cNvPr id="69"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114480" indent="0">
              <a:lnSpc>
                <a:spcPct val="100000"/>
              </a:lnSpc>
              <a:spcBef>
                <a:spcPts val="360"/>
              </a:spcBef>
              <a:buNone/>
              <a:tabLst>
                <a:tab algn="l" pos="0"/>
              </a:tabLst>
            </a:pPr>
            <a:r>
              <a:rPr b="0" lang="en-US" sz="2400" strike="noStrike" u="none">
                <a:solidFill>
                  <a:schemeClr val="dk1"/>
                </a:solidFill>
                <a:uFillTx/>
                <a:latin typeface="Times New Roman"/>
                <a:ea typeface="Times New Roman"/>
              </a:rPr>
              <a:t>The seminar discussion will cover the following topics:</a:t>
            </a:r>
            <a:endParaRPr b="0" lang="en-US" sz="2400" strike="noStrike" u="none">
              <a:solidFill>
                <a:srgbClr val="000000"/>
              </a:solidFill>
              <a:uFillTx/>
              <a:latin typeface="Arial"/>
            </a:endParaRPr>
          </a:p>
          <a:p>
            <a:pPr marL="114480" indent="0">
              <a:lnSpc>
                <a:spcPct val="100000"/>
              </a:lnSpc>
              <a:spcBef>
                <a:spcPts val="360"/>
              </a:spcBef>
              <a:buNone/>
              <a:tabLst>
                <a:tab algn="l" pos="0"/>
              </a:tabLst>
            </a:pPr>
            <a:endParaRPr b="0" lang="en-US" sz="2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000" strike="noStrike" u="none">
                <a:solidFill>
                  <a:schemeClr val="dk1"/>
                </a:solidFill>
                <a:uFillTx/>
                <a:latin typeface="Times New Roman"/>
                <a:ea typeface="Times New Roman"/>
              </a:rPr>
              <a:t>Introduction to Brain-Computer Interface (BCI).</a:t>
            </a:r>
            <a:endParaRPr b="0" lang="en-US" sz="20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000" strike="noStrike" u="none">
                <a:solidFill>
                  <a:schemeClr val="dk1"/>
                </a:solidFill>
                <a:uFillTx/>
                <a:latin typeface="Times New Roman"/>
                <a:ea typeface="Times New Roman"/>
              </a:rPr>
              <a:t>Literature survey and existing BCI approaches.</a:t>
            </a:r>
            <a:endParaRPr b="0" lang="en-US" sz="20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000" strike="noStrike" u="none">
                <a:solidFill>
                  <a:schemeClr val="dk1"/>
                </a:solidFill>
                <a:uFillTx/>
                <a:latin typeface="Times New Roman"/>
                <a:ea typeface="Times New Roman"/>
              </a:rPr>
              <a:t>Overview of EEG signal acquisition, processing, and machine learning.</a:t>
            </a:r>
            <a:endParaRPr b="0" lang="en-US" sz="20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000" strike="noStrike" u="none">
                <a:solidFill>
                  <a:schemeClr val="dk1"/>
                </a:solidFill>
                <a:uFillTx/>
                <a:latin typeface="Times New Roman"/>
                <a:ea typeface="Times New Roman"/>
              </a:rPr>
              <a:t>Proposed system architecture and working process.</a:t>
            </a:r>
            <a:endParaRPr b="0" lang="en-US" sz="20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000" strike="noStrike" u="none">
                <a:solidFill>
                  <a:schemeClr val="dk1"/>
                </a:solidFill>
                <a:uFillTx/>
                <a:latin typeface="Times New Roman"/>
                <a:ea typeface="Times New Roman"/>
              </a:rPr>
              <a:t>Advantages, disadvantages, and applications.</a:t>
            </a:r>
            <a:endParaRPr b="0" lang="en-US" sz="20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000" strike="noStrike" u="none">
                <a:solidFill>
                  <a:schemeClr val="dk1"/>
                </a:solidFill>
                <a:uFillTx/>
                <a:latin typeface="Times New Roman"/>
                <a:ea typeface="Times New Roman"/>
              </a:rPr>
              <a:t>Project scope, objectives, and required resources.</a:t>
            </a:r>
            <a:endParaRPr b="0" lang="en-US" sz="20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000" strike="noStrike" u="none">
                <a:solidFill>
                  <a:schemeClr val="dk1"/>
                </a:solidFill>
                <a:uFillTx/>
                <a:latin typeface="Times New Roman"/>
                <a:ea typeface="Times New Roman"/>
              </a:rPr>
              <a:t>Conclusion and future improvements.</a:t>
            </a:r>
            <a:endParaRPr b="0" lang="en-US" sz="2000" strike="noStrike" u="none">
              <a:solidFill>
                <a:srgbClr val="000000"/>
              </a:solidFill>
              <a:uFillTx/>
              <a:latin typeface="Arial"/>
            </a:endParaRPr>
          </a:p>
          <a:p>
            <a:pPr marL="343080" indent="-139680" algn="just">
              <a:lnSpc>
                <a:spcPct val="100000"/>
              </a:lnSpc>
              <a:buNone/>
              <a:tabLst>
                <a:tab algn="l" pos="0"/>
              </a:tabLst>
            </a:pPr>
            <a:endParaRPr b="0" lang="en-US" sz="2000" strike="noStrike" u="none">
              <a:solidFill>
                <a:srgbClr val="000000"/>
              </a:solidFill>
              <a:uFillTx/>
              <a:latin typeface="Arial"/>
            </a:endParaRPr>
          </a:p>
        </p:txBody>
      </p:sp>
      <p:sp>
        <p:nvSpPr>
          <p:cNvPr id="70" name="PlaceHolder 3"/>
          <p:cNvSpPr>
            <a:spLocks noGrp="1"/>
          </p:cNvSpPr>
          <p:nvPr>
            <p:ph type="sldNum" idx="26"/>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3FFA4736-6221-4BBB-A436-C282FDBE33F1}"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56120" y="182520"/>
            <a:ext cx="8229240" cy="868320"/>
          </a:xfrm>
          <a:prstGeom prst="rect">
            <a:avLst/>
          </a:prstGeom>
          <a:solidFill>
            <a:schemeClr val="lt1"/>
          </a:solidFill>
          <a:ln w="25560">
            <a:solidFill>
              <a:schemeClr val="accent1"/>
            </a:solidFill>
            <a:round/>
          </a:ln>
        </p:spPr>
        <p:txBody>
          <a:bodyPr lIns="91440" rIns="91440" tIns="45720" bIns="45720" anchor="ctr">
            <a:noAutofit/>
          </a:bodyPr>
          <a:p>
            <a:pPr indent="0" algn="ctr">
              <a:lnSpc>
                <a:spcPct val="100000"/>
              </a:lnSpc>
              <a:buNone/>
              <a:tabLst>
                <a:tab algn="l" pos="0"/>
              </a:tabLst>
            </a:pPr>
            <a:br>
              <a:rPr sz="3200"/>
            </a:br>
            <a:r>
              <a:rPr b="0" lang="en-US" sz="3200" strike="noStrike" u="none">
                <a:solidFill>
                  <a:schemeClr val="dk1"/>
                </a:solidFill>
                <a:uFillTx/>
                <a:latin typeface="Times New Roman"/>
                <a:ea typeface="Times New Roman"/>
              </a:rPr>
              <a:t>6.5 Platform/ Equipment/ Resources</a:t>
            </a:r>
            <a:endParaRPr b="0" lang="en-US" sz="3200" strike="noStrike" u="none">
              <a:solidFill>
                <a:srgbClr val="000000"/>
              </a:solidFill>
              <a:uFillTx/>
              <a:latin typeface="Arial"/>
            </a:endParaRPr>
          </a:p>
          <a:p>
            <a:pPr indent="0" algn="ctr">
              <a:lnSpc>
                <a:spcPct val="100000"/>
              </a:lnSpc>
              <a:buNone/>
              <a:tabLst>
                <a:tab algn="l" pos="0"/>
              </a:tabLst>
            </a:pPr>
            <a:endParaRPr b="0" lang="en-US" sz="3200" strike="noStrike" u="none">
              <a:solidFill>
                <a:srgbClr val="000000"/>
              </a:solidFill>
              <a:uFillTx/>
              <a:latin typeface="Arial"/>
            </a:endParaRPr>
          </a:p>
        </p:txBody>
      </p:sp>
      <p:sp>
        <p:nvSpPr>
          <p:cNvPr id="72"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114480" indent="0">
              <a:lnSpc>
                <a:spcPct val="100000"/>
              </a:lnSpc>
              <a:spcBef>
                <a:spcPts val="360"/>
              </a:spcBef>
              <a:buNone/>
              <a:tabLst>
                <a:tab algn="l" pos="0"/>
              </a:tabLst>
            </a:pPr>
            <a:r>
              <a:rPr b="1" lang="en-US" sz="2400" strike="noStrike" u="none">
                <a:solidFill>
                  <a:schemeClr val="dk1"/>
                </a:solidFill>
                <a:uFillTx/>
                <a:latin typeface="Times New Roman"/>
                <a:ea typeface="Times New Roman"/>
              </a:rPr>
              <a:t>Hardware Requirements</a:t>
            </a:r>
            <a:endParaRPr b="0" lang="en-US" sz="2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Computer or laptop.</a:t>
            </a:r>
            <a:endParaRPr b="0" lang="en-US" sz="19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Minimum 4 GB RAM; 8 GB recommended.</a:t>
            </a:r>
            <a:endParaRPr b="0" lang="en-US" sz="19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EEG headset (optional).</a:t>
            </a:r>
            <a:endParaRPr b="0" lang="en-US" sz="1900" strike="noStrike" u="none">
              <a:solidFill>
                <a:srgbClr val="000000"/>
              </a:solidFill>
              <a:uFillTx/>
              <a:latin typeface="Arial"/>
            </a:endParaRPr>
          </a:p>
          <a:p>
            <a:pPr marL="114480" indent="0">
              <a:lnSpc>
                <a:spcPct val="100000"/>
              </a:lnSpc>
              <a:spcBef>
                <a:spcPts val="360"/>
              </a:spcBef>
              <a:buNone/>
              <a:tabLst>
                <a:tab algn="l" pos="0"/>
              </a:tabLst>
            </a:pPr>
            <a:r>
              <a:rPr b="1" lang="en-US" sz="2400" strike="noStrike" u="none">
                <a:solidFill>
                  <a:schemeClr val="dk1"/>
                </a:solidFill>
                <a:uFillTx/>
                <a:latin typeface="Times New Roman"/>
                <a:ea typeface="Times New Roman"/>
              </a:rPr>
              <a:t>Software Requirements</a:t>
            </a:r>
            <a:endParaRPr b="0" lang="en-US" sz="2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Operating System: Windows or Linux.</a:t>
            </a:r>
            <a:endParaRPr b="0" lang="en-US" sz="19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Programming Language: Python.</a:t>
            </a:r>
            <a:endParaRPr b="0" lang="en-US" sz="19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Development Environment: VS Code or Jupyter Notebook.</a:t>
            </a:r>
            <a:endParaRPr b="0" lang="en-US" sz="19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Libraries: NumPy, MNE-Python, and scikit-learn.</a:t>
            </a:r>
            <a:endParaRPr b="0" lang="en-US" sz="1900" strike="noStrike" u="none">
              <a:solidFill>
                <a:srgbClr val="000000"/>
              </a:solidFill>
              <a:uFillTx/>
              <a:latin typeface="Arial"/>
            </a:endParaRPr>
          </a:p>
          <a:p>
            <a:pPr marL="114480" indent="0">
              <a:lnSpc>
                <a:spcPct val="100000"/>
              </a:lnSpc>
              <a:spcBef>
                <a:spcPts val="360"/>
              </a:spcBef>
              <a:buNone/>
              <a:tabLst>
                <a:tab algn="l" pos="0"/>
              </a:tabLst>
            </a:pPr>
            <a:r>
              <a:rPr b="1" lang="en-US" sz="2400" strike="noStrike" u="none">
                <a:solidFill>
                  <a:schemeClr val="dk1"/>
                </a:solidFill>
                <a:uFillTx/>
                <a:latin typeface="Times New Roman"/>
                <a:ea typeface="Times New Roman"/>
              </a:rPr>
              <a:t>Other Resources</a:t>
            </a:r>
            <a:endParaRPr b="0" lang="en-US" sz="2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Live EEG signals or prerecorded datasets.</a:t>
            </a:r>
            <a:endParaRPr b="0" lang="en-US" sz="19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Sample brain-signal data for testing.</a:t>
            </a:r>
            <a:endParaRPr b="0" lang="en-US" sz="19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1900" strike="noStrike" u="none">
                <a:solidFill>
                  <a:schemeClr val="dk1"/>
                </a:solidFill>
                <a:uFillTx/>
                <a:latin typeface="Times New Roman"/>
                <a:ea typeface="Times New Roman"/>
              </a:rPr>
              <a:t>Computer interface to display recognized commands.</a:t>
            </a:r>
            <a:endParaRPr b="0" lang="en-US" sz="1900" strike="noStrike" u="none">
              <a:solidFill>
                <a:srgbClr val="000000"/>
              </a:solidFill>
              <a:uFillTx/>
              <a:latin typeface="Arial"/>
            </a:endParaRPr>
          </a:p>
          <a:p>
            <a:pPr marL="343080" indent="-139680">
              <a:lnSpc>
                <a:spcPct val="100000"/>
              </a:lnSpc>
              <a:buNone/>
              <a:tabLst>
                <a:tab algn="l" pos="0"/>
              </a:tabLst>
            </a:pPr>
            <a:endParaRPr b="0" lang="en-US" sz="3200" strike="noStrike" u="none">
              <a:solidFill>
                <a:srgbClr val="000000"/>
              </a:solidFill>
              <a:uFillTx/>
              <a:latin typeface="Arial"/>
            </a:endParaRPr>
          </a:p>
        </p:txBody>
      </p:sp>
      <p:sp>
        <p:nvSpPr>
          <p:cNvPr id="73" name="PlaceHolder 3"/>
          <p:cNvSpPr>
            <a:spLocks noGrp="1"/>
          </p:cNvSpPr>
          <p:nvPr>
            <p:ph type="sldNum" idx="27"/>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3C39A057-902A-42A4-95CC-E289D0D69DD0}"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868320"/>
          </a:xfrm>
          <a:prstGeom prst="rect">
            <a:avLst/>
          </a:prstGeom>
          <a:solidFill>
            <a:schemeClr val="lt1"/>
          </a:solidFill>
          <a:ln w="2844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Bibliography</a:t>
            </a:r>
            <a:endParaRPr b="0" lang="en-US" sz="4400" strike="noStrike" u="none">
              <a:solidFill>
                <a:srgbClr val="000000"/>
              </a:solidFill>
              <a:uFillTx/>
              <a:latin typeface="Arial"/>
            </a:endParaRPr>
          </a:p>
        </p:txBody>
      </p:sp>
      <p:sp>
        <p:nvSpPr>
          <p:cNvPr id="75" name="PlaceHolder 2"/>
          <p:cNvSpPr>
            <a:spLocks noGrp="1"/>
          </p:cNvSpPr>
          <p:nvPr>
            <p:ph/>
          </p:nvPr>
        </p:nvSpPr>
        <p:spPr>
          <a:xfrm>
            <a:off x="457200" y="1219320"/>
            <a:ext cx="8229240" cy="5333760"/>
          </a:xfrm>
          <a:prstGeom prst="rect">
            <a:avLst/>
          </a:prstGeom>
          <a:solidFill>
            <a:schemeClr val="lt1"/>
          </a:solidFill>
          <a:ln w="28440">
            <a:solidFill>
              <a:schemeClr val="accent1"/>
            </a:solidFill>
            <a:round/>
          </a:ln>
        </p:spPr>
        <p:txBody>
          <a:bodyPr lIns="91440" rIns="91440" tIns="45720" bIns="45720" anchor="t">
            <a:normAutofit fontScale="70000" lnSpcReduction="19999"/>
          </a:bodyPr>
          <a:p>
            <a:pPr marL="114480" indent="0">
              <a:lnSpc>
                <a:spcPct val="100000"/>
              </a:lnSpc>
              <a:spcBef>
                <a:spcPts val="360"/>
              </a:spcBef>
              <a:buNone/>
              <a:tabLst>
                <a:tab algn="l" pos="0"/>
              </a:tabLst>
            </a:pPr>
            <a:r>
              <a:rPr b="1" lang="en-US" sz="3400" strike="noStrike" u="none">
                <a:solidFill>
                  <a:schemeClr val="dk1"/>
                </a:solidFill>
                <a:uFillTx/>
                <a:latin typeface="Times New Roman"/>
                <a:ea typeface="Times New Roman"/>
              </a:rPr>
              <a:t>Books</a:t>
            </a:r>
            <a:endParaRPr b="0" lang="en-US" sz="3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i="1" lang="en-US" sz="2800" strike="noStrike" u="none">
                <a:solidFill>
                  <a:schemeClr val="dk1"/>
                </a:solidFill>
                <a:uFillTx/>
                <a:latin typeface="Times New Roman"/>
                <a:ea typeface="Times New Roman"/>
              </a:rPr>
              <a:t>Brain-Computer Interfaces: Principles and Practice</a:t>
            </a:r>
            <a:r>
              <a:rPr b="0" lang="en-US" sz="2800" strike="noStrike" u="none">
                <a:solidFill>
                  <a:schemeClr val="dk1"/>
                </a:solidFill>
                <a:uFillTx/>
                <a:latin typeface="Times New Roman"/>
                <a:ea typeface="Times New Roman"/>
              </a:rPr>
              <a:t> — Wolpaw and Wolpaw (2012).</a:t>
            </a:r>
            <a:endParaRPr b="0" lang="en-US" sz="2800" strike="noStrike" u="none">
              <a:solidFill>
                <a:srgbClr val="000000"/>
              </a:solidFill>
              <a:uFillTx/>
              <a:latin typeface="Arial"/>
            </a:endParaRPr>
          </a:p>
          <a:p>
            <a:pPr marL="114480" indent="0">
              <a:lnSpc>
                <a:spcPct val="100000"/>
              </a:lnSpc>
              <a:spcBef>
                <a:spcPts val="360"/>
              </a:spcBef>
              <a:buNone/>
              <a:tabLst>
                <a:tab algn="l" pos="0"/>
              </a:tabLst>
            </a:pPr>
            <a:r>
              <a:rPr b="1" lang="en-US" sz="3400" strike="noStrike" u="none">
                <a:solidFill>
                  <a:schemeClr val="dk1"/>
                </a:solidFill>
                <a:uFillTx/>
                <a:latin typeface="Times New Roman"/>
                <a:ea typeface="Times New Roman"/>
              </a:rPr>
              <a:t>Research Papers</a:t>
            </a:r>
            <a:endParaRPr b="0" lang="en-US" sz="3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Brain-Computer Interfaces for Communication and Control (2002).</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Brain Computer Interfaces, a Review (2012).</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Brain Computer Interface: Control Signals Review (2017).</a:t>
            </a:r>
            <a:endParaRPr b="0" lang="en-US" sz="2800" strike="noStrike" u="none">
              <a:solidFill>
                <a:srgbClr val="000000"/>
              </a:solidFill>
              <a:uFillTx/>
              <a:latin typeface="Arial"/>
            </a:endParaRPr>
          </a:p>
          <a:p>
            <a:pPr marL="114480" indent="0">
              <a:lnSpc>
                <a:spcPct val="100000"/>
              </a:lnSpc>
              <a:spcBef>
                <a:spcPts val="360"/>
              </a:spcBef>
              <a:buNone/>
              <a:tabLst>
                <a:tab algn="l" pos="0"/>
              </a:tabLst>
            </a:pPr>
            <a:r>
              <a:rPr b="1" lang="en-US" sz="3400" strike="noStrike" u="none">
                <a:solidFill>
                  <a:schemeClr val="dk1"/>
                </a:solidFill>
                <a:uFillTx/>
                <a:latin typeface="Times New Roman"/>
                <a:ea typeface="Times New Roman"/>
              </a:rPr>
              <a:t>Websites</a:t>
            </a:r>
            <a:endParaRPr b="0" lang="en-US" sz="34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OpenBCI Documentation — </a:t>
            </a:r>
            <a:r>
              <a:rPr b="0" lang="en-US" sz="2800" strike="noStrike" u="none">
                <a:solidFill>
                  <a:schemeClr val="dk1"/>
                </a:solidFill>
                <a:uFillTx/>
                <a:latin typeface="Times New Roman"/>
                <a:ea typeface="Times New Roman"/>
                <a:hlinkClick r:id="rId1"/>
              </a:rPr>
              <a:t>https://docs.openbci.com/</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MNE-Python Documentation — </a:t>
            </a:r>
            <a:r>
              <a:rPr b="0" lang="en-US" sz="2800" strike="noStrike" u="none">
                <a:solidFill>
                  <a:schemeClr val="dk1"/>
                </a:solidFill>
                <a:uFillTx/>
                <a:latin typeface="Times New Roman"/>
                <a:ea typeface="Times New Roman"/>
                <a:hlinkClick r:id="rId2"/>
              </a:rPr>
              <a:t>https://mne.tools/stable/</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Python Documentation — </a:t>
            </a:r>
            <a:r>
              <a:rPr b="0" lang="en-US" sz="2800" strike="noStrike" u="none">
                <a:solidFill>
                  <a:schemeClr val="dk1"/>
                </a:solidFill>
                <a:uFillTx/>
                <a:latin typeface="Times New Roman"/>
                <a:ea typeface="Times New Roman"/>
                <a:hlinkClick r:id="rId3"/>
              </a:rPr>
              <a:t>https://docs.python.org/3/</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Scikit-learn Documentation — </a:t>
            </a:r>
            <a:r>
              <a:rPr b="0" lang="en-US" sz="2800" strike="noStrike" u="none">
                <a:solidFill>
                  <a:schemeClr val="dk1"/>
                </a:solidFill>
                <a:uFillTx/>
                <a:latin typeface="Times New Roman"/>
                <a:ea typeface="Times New Roman"/>
                <a:hlinkClick r:id="rId4"/>
              </a:rPr>
              <a:t>https://scikit-learn.org/stable/user_guide.html</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NumPy Documentation — </a:t>
            </a:r>
            <a:r>
              <a:rPr b="0" lang="en-US" sz="2800" strike="noStrike" u="none">
                <a:solidFill>
                  <a:schemeClr val="dk1"/>
                </a:solidFill>
                <a:uFillTx/>
                <a:latin typeface="Times New Roman"/>
                <a:ea typeface="Times New Roman"/>
                <a:hlinkClick r:id="rId5"/>
              </a:rPr>
              <a:t>https://numpy.org/doc/</a:t>
            </a:r>
            <a:endParaRPr b="0" lang="en-US" sz="2800" strike="noStrike" u="none">
              <a:solidFill>
                <a:srgbClr val="000000"/>
              </a:solidFill>
              <a:uFillTx/>
              <a:latin typeface="Arial"/>
            </a:endParaRPr>
          </a:p>
          <a:p>
            <a:pPr marL="457200" indent="-343080">
              <a:lnSpc>
                <a:spcPct val="100000"/>
              </a:lnSpc>
              <a:spcBef>
                <a:spcPts val="360"/>
              </a:spcBef>
              <a:buClr>
                <a:srgbClr val="000000"/>
              </a:buClr>
              <a:buFont typeface="Arial"/>
              <a:buChar char="•"/>
              <a:tabLst>
                <a:tab algn="l" pos="0"/>
              </a:tabLst>
            </a:pPr>
            <a:r>
              <a:rPr b="0" lang="en-US" sz="2800" strike="noStrike" u="none">
                <a:solidFill>
                  <a:schemeClr val="dk1"/>
                </a:solidFill>
                <a:uFillTx/>
                <a:latin typeface="Times New Roman"/>
                <a:ea typeface="Times New Roman"/>
              </a:rPr>
              <a:t>MathWorks EEG Documentation — </a:t>
            </a:r>
            <a:r>
              <a:rPr b="0" lang="en-US" sz="2800" strike="noStrike" u="none">
                <a:solidFill>
                  <a:schemeClr val="dk1"/>
                </a:solidFill>
                <a:uFillTx/>
                <a:latin typeface="Times New Roman"/>
                <a:ea typeface="Times New Roman"/>
                <a:hlinkClick r:id="rId6"/>
              </a:rPr>
              <a:t>https://www.mathworks.com/help/eeg/</a:t>
            </a:r>
            <a:endParaRPr b="0" lang="en-US" sz="2800" strike="noStrike" u="none">
              <a:solidFill>
                <a:srgbClr val="000000"/>
              </a:solidFill>
              <a:uFillTx/>
              <a:latin typeface="Arial"/>
            </a:endParaRPr>
          </a:p>
          <a:p>
            <a:pPr indent="0">
              <a:lnSpc>
                <a:spcPct val="100000"/>
              </a:lnSpc>
              <a:spcBef>
                <a:spcPts val="700"/>
              </a:spcBef>
              <a:buNone/>
              <a:tabLst>
                <a:tab algn="l" pos="0"/>
              </a:tabLst>
            </a:pPr>
            <a:r>
              <a:rPr b="0" lang="en-US" sz="2800" strike="noStrike" u="none">
                <a:solidFill>
                  <a:schemeClr val="dk1"/>
                </a:solidFill>
                <a:uFillTx/>
                <a:latin typeface="Times New Roman"/>
                <a:ea typeface="Times New Roman"/>
              </a:rPr>
              <a:t>  </a:t>
            </a:r>
            <a:endParaRPr b="0" lang="en-US" sz="2800" strike="noStrike" u="none">
              <a:solidFill>
                <a:srgbClr val="000000"/>
              </a:solidFill>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uFillTx/>
              <a:latin typeface="Arial"/>
            </a:endParaRPr>
          </a:p>
          <a:p>
            <a:pPr indent="0">
              <a:lnSpc>
                <a:spcPct val="100000"/>
              </a:lnSpc>
              <a:spcBef>
                <a:spcPts val="641"/>
              </a:spcBef>
              <a:buNone/>
              <a:tabLst>
                <a:tab algn="l" pos="0"/>
              </a:tabLst>
            </a:pPr>
            <a:endParaRPr b="0" lang="en-US" sz="3200" strike="noStrike" u="none">
              <a:solidFill>
                <a:srgbClr val="000000"/>
              </a:solidFill>
              <a:uFillTx/>
              <a:latin typeface="Arial"/>
            </a:endParaRPr>
          </a:p>
          <a:p>
            <a:pPr indent="0">
              <a:lnSpc>
                <a:spcPct val="100000"/>
              </a:lnSpc>
              <a:spcBef>
                <a:spcPts val="641"/>
              </a:spcBef>
              <a:buNone/>
              <a:tabLst>
                <a:tab algn="l" pos="0"/>
              </a:tabLst>
            </a:pPr>
            <a:endParaRPr b="0" lang="en-US" sz="3200" strike="noStrike" u="none">
              <a:solidFill>
                <a:srgbClr val="000000"/>
              </a:solidFill>
              <a:uFillTx/>
              <a:latin typeface="Arial"/>
            </a:endParaRPr>
          </a:p>
          <a:p>
            <a:pPr indent="0">
              <a:lnSpc>
                <a:spcPct val="100000"/>
              </a:lnSpc>
              <a:spcBef>
                <a:spcPts val="641"/>
              </a:spcBef>
              <a:buNone/>
              <a:tabLst>
                <a:tab algn="l" pos="0"/>
              </a:tabLst>
            </a:pPr>
            <a:endParaRPr b="0" lang="en-US" sz="3200" strike="noStrike" u="none">
              <a:solidFill>
                <a:srgbClr val="000000"/>
              </a:solidFill>
              <a:uFillTx/>
              <a:latin typeface="Arial"/>
            </a:endParaRPr>
          </a:p>
        </p:txBody>
      </p:sp>
      <p:sp>
        <p:nvSpPr>
          <p:cNvPr id="76" name="PlaceHolder 3"/>
          <p:cNvSpPr>
            <a:spLocks noGrp="1"/>
          </p:cNvSpPr>
          <p:nvPr>
            <p:ph type="sldNum" idx="28"/>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DC5B34EA-D4A7-4914-A70D-92879EED6216}"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4680"/>
            <a:ext cx="8229240" cy="868320"/>
          </a:xfrm>
          <a:prstGeom prst="rect">
            <a:avLst/>
          </a:prstGeom>
          <a:solidFill>
            <a:schemeClr val="lt1"/>
          </a:solidFill>
          <a:ln w="25560">
            <a:solidFill>
              <a:schemeClr val="accent1"/>
            </a:solidFill>
            <a:round/>
          </a:ln>
        </p:spPr>
        <p:txBody>
          <a:bodyPr lIns="91440" rIns="91440" tIns="45720" bIns="45720" anchor="ctr">
            <a:normAutofit/>
          </a:bodyPr>
          <a:p>
            <a:pPr indent="0" algn="ctr">
              <a:lnSpc>
                <a:spcPct val="100000"/>
              </a:lnSpc>
              <a:buNone/>
              <a:tabLst>
                <a:tab algn="l" pos="0"/>
              </a:tabLst>
            </a:pPr>
            <a:r>
              <a:rPr b="0" lang="en-US" sz="4400" strike="noStrike" u="none">
                <a:solidFill>
                  <a:schemeClr val="dk1"/>
                </a:solidFill>
                <a:uFillTx/>
                <a:latin typeface="Times New Roman"/>
                <a:ea typeface="Times New Roman"/>
              </a:rPr>
              <a:t>References</a:t>
            </a:r>
            <a:endParaRPr b="0" lang="en-US" sz="4400" strike="noStrike" u="none">
              <a:solidFill>
                <a:srgbClr val="000000"/>
              </a:solidFill>
              <a:uFillTx/>
              <a:latin typeface="Arial"/>
            </a:endParaRPr>
          </a:p>
        </p:txBody>
      </p:sp>
      <p:sp>
        <p:nvSpPr>
          <p:cNvPr id="78" name="PlaceHolder 2"/>
          <p:cNvSpPr>
            <a:spLocks noGrp="1"/>
          </p:cNvSpPr>
          <p:nvPr>
            <p:ph/>
          </p:nvPr>
        </p:nvSpPr>
        <p:spPr>
          <a:xfrm>
            <a:off x="457200" y="1219320"/>
            <a:ext cx="8229240" cy="5333760"/>
          </a:xfrm>
          <a:prstGeom prst="rect">
            <a:avLst/>
          </a:prstGeom>
          <a:solidFill>
            <a:schemeClr val="lt1"/>
          </a:solidFill>
          <a:ln w="25560">
            <a:solidFill>
              <a:schemeClr val="accent1"/>
            </a:solidFill>
            <a:round/>
          </a:ln>
        </p:spPr>
        <p:txBody>
          <a:bodyPr lIns="91440" rIns="91440" tIns="45720" bIns="45720" anchor="t">
            <a:normAutofit/>
          </a:bodyPr>
          <a:p>
            <a:pPr marL="457200" indent="-343080">
              <a:lnSpc>
                <a:spcPct val="100000"/>
              </a:lnSpc>
              <a:spcBef>
                <a:spcPts val="360"/>
              </a:spcBef>
              <a:buClr>
                <a:srgbClr val="000000"/>
              </a:buClr>
              <a:buFont typeface="Arial"/>
              <a:buChar char="•"/>
            </a:pPr>
            <a:r>
              <a:rPr b="0" lang="en-US" sz="2200" strike="noStrike" u="none">
                <a:solidFill>
                  <a:schemeClr val="dk1"/>
                </a:solidFill>
                <a:uFillTx/>
                <a:latin typeface="Times New Roman"/>
                <a:ea typeface="Times New Roman"/>
              </a:rPr>
              <a:t>[1] J. R. Wolpaw et al., “Brain–Computer Interfaces for Communication and Control,” </a:t>
            </a:r>
            <a:r>
              <a:rPr b="0" i="1" lang="en-US" sz="2200" strike="noStrike" u="none">
                <a:solidFill>
                  <a:schemeClr val="dk1"/>
                </a:solidFill>
                <a:uFillTx/>
                <a:latin typeface="Times New Roman"/>
                <a:ea typeface="Times New Roman"/>
              </a:rPr>
              <a:t>Clinical Neurophysiology</a:t>
            </a:r>
            <a:r>
              <a:rPr b="0" lang="en-US" sz="2200" strike="noStrike" u="none">
                <a:solidFill>
                  <a:schemeClr val="dk1"/>
                </a:solidFill>
                <a:uFillTx/>
                <a:latin typeface="Times New Roman"/>
                <a:ea typeface="Times New Roman"/>
              </a:rPr>
              <a:t>, 2002.</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0" lang="en-US" sz="2200" strike="noStrike" u="none">
                <a:solidFill>
                  <a:schemeClr val="dk1"/>
                </a:solidFill>
                <a:uFillTx/>
                <a:latin typeface="Times New Roman"/>
                <a:ea typeface="Times New Roman"/>
              </a:rPr>
              <a:t>[2] L. F. Nicolas-Alonso and J. Gomez-Gil, “Brain Computer Interfaces, a Review,” </a:t>
            </a:r>
            <a:r>
              <a:rPr b="0" i="1" lang="en-US" sz="2200" strike="noStrike" u="none">
                <a:solidFill>
                  <a:schemeClr val="dk1"/>
                </a:solidFill>
                <a:uFillTx/>
                <a:latin typeface="Times New Roman"/>
                <a:ea typeface="Times New Roman"/>
              </a:rPr>
              <a:t>Sensors</a:t>
            </a:r>
            <a:r>
              <a:rPr b="0" lang="en-US" sz="2200" strike="noStrike" u="none">
                <a:solidFill>
                  <a:schemeClr val="dk1"/>
                </a:solidFill>
                <a:uFillTx/>
                <a:latin typeface="Times New Roman"/>
                <a:ea typeface="Times New Roman"/>
              </a:rPr>
              <a:t>, 2012.</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0" lang="en-US" sz="2200" strike="noStrike" u="none">
                <a:solidFill>
                  <a:schemeClr val="dk1"/>
                </a:solidFill>
                <a:uFillTx/>
                <a:latin typeface="Times New Roman"/>
                <a:ea typeface="Times New Roman"/>
              </a:rPr>
              <a:t>[3] N. Padfield et al., “EEG-Based Brain-Computer Interfaces Using Motor-Imagery: Techniques and Challenges,” </a:t>
            </a:r>
            <a:r>
              <a:rPr b="0" i="1" lang="en-US" sz="2200" strike="noStrike" u="none">
                <a:solidFill>
                  <a:schemeClr val="dk1"/>
                </a:solidFill>
                <a:uFillTx/>
                <a:latin typeface="Times New Roman"/>
                <a:ea typeface="Times New Roman"/>
              </a:rPr>
              <a:t>Sensors</a:t>
            </a:r>
            <a:r>
              <a:rPr b="0" lang="en-US" sz="2200" strike="noStrike" u="none">
                <a:solidFill>
                  <a:schemeClr val="dk1"/>
                </a:solidFill>
                <a:uFillTx/>
                <a:latin typeface="Times New Roman"/>
                <a:ea typeface="Times New Roman"/>
              </a:rPr>
              <a:t>, 2019.</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0" lang="en-US" sz="2200" strike="noStrike" u="none">
                <a:solidFill>
                  <a:schemeClr val="dk1"/>
                </a:solidFill>
                <a:uFillTx/>
                <a:latin typeface="Times New Roman"/>
                <a:ea typeface="Times New Roman"/>
              </a:rPr>
              <a:t>[4] MNE-Python Documentation: </a:t>
            </a:r>
            <a:r>
              <a:rPr b="0" lang="en-US" sz="2200" strike="noStrike" u="none">
                <a:solidFill>
                  <a:schemeClr val="dk1"/>
                </a:solidFill>
                <a:uFillTx/>
                <a:latin typeface="Times New Roman"/>
                <a:ea typeface="Times New Roman"/>
                <a:hlinkClick r:id="rId1"/>
              </a:rPr>
              <a:t>https://mne.tools/stable/</a:t>
            </a:r>
            <a:endParaRPr b="0" lang="en-US" sz="2200" strike="noStrike" u="none">
              <a:solidFill>
                <a:srgbClr val="000000"/>
              </a:solidFill>
              <a:uFillTx/>
              <a:latin typeface="Arial"/>
            </a:endParaRPr>
          </a:p>
          <a:p>
            <a:pPr marL="457200" indent="-343080">
              <a:lnSpc>
                <a:spcPct val="100000"/>
              </a:lnSpc>
              <a:spcBef>
                <a:spcPts val="360"/>
              </a:spcBef>
              <a:buClr>
                <a:srgbClr val="000000"/>
              </a:buClr>
              <a:buFont typeface="Arial"/>
              <a:buChar char="•"/>
            </a:pPr>
            <a:r>
              <a:rPr b="0" lang="en-US" sz="2200" strike="noStrike" u="none">
                <a:solidFill>
                  <a:schemeClr val="dk1"/>
                </a:solidFill>
                <a:uFillTx/>
                <a:latin typeface="Times New Roman"/>
                <a:ea typeface="Times New Roman"/>
              </a:rPr>
              <a:t>[5] OpenBCI Documentation: </a:t>
            </a:r>
            <a:r>
              <a:rPr b="0" lang="en-US" sz="2200" strike="noStrike" u="none">
                <a:solidFill>
                  <a:schemeClr val="dk1"/>
                </a:solidFill>
                <a:uFillTx/>
                <a:latin typeface="Times New Roman"/>
                <a:ea typeface="Times New Roman"/>
                <a:hlinkClick r:id="rId2"/>
              </a:rPr>
              <a:t>https://docs.openbci.com/</a:t>
            </a:r>
            <a:endParaRPr b="0" lang="en-US" sz="2200" strike="noStrike" u="none">
              <a:solidFill>
                <a:srgbClr val="000000"/>
              </a:solidFill>
              <a:uFillTx/>
              <a:latin typeface="Arial"/>
            </a:endParaRPr>
          </a:p>
          <a:p>
            <a:pPr marL="343080" indent="-139680">
              <a:lnSpc>
                <a:spcPct val="100000"/>
              </a:lnSpc>
              <a:buNone/>
              <a:tabLst>
                <a:tab algn="l" pos="0"/>
              </a:tabLst>
            </a:pPr>
            <a:endParaRPr b="0" lang="en-US" sz="3200" strike="noStrike" u="none">
              <a:solidFill>
                <a:srgbClr val="000000"/>
              </a:solidFill>
              <a:uFillTx/>
              <a:latin typeface="Arial"/>
            </a:endParaRPr>
          </a:p>
        </p:txBody>
      </p:sp>
      <p:sp>
        <p:nvSpPr>
          <p:cNvPr id="79" name="PlaceHolder 3"/>
          <p:cNvSpPr>
            <a:spLocks noGrp="1"/>
          </p:cNvSpPr>
          <p:nvPr>
            <p:ph type="sldNum" idx="29"/>
          </p:nvPr>
        </p:nvSpPr>
        <p:spPr>
          <a:xfrm>
            <a:off x="8411400" y="6356520"/>
            <a:ext cx="548280" cy="364680"/>
          </a:xfrm>
          <a:prstGeom prst="rect">
            <a:avLst/>
          </a:prstGeom>
          <a:solidFill>
            <a:schemeClr val="lt1"/>
          </a:solidFill>
          <a:ln w="25560">
            <a:solidFill>
              <a:schemeClr val="accent1"/>
            </a:solidFill>
            <a:round/>
          </a:ln>
        </p:spPr>
        <p:txBody>
          <a:bodyPr lIns="91440" rIns="91440" tIns="45720" bIns="45720" anchor="ctr">
            <a:noAutofit/>
          </a:bodyPr>
          <a:lstStyle>
            <a:lvl1pPr indent="0" algn="ctr">
              <a:lnSpc>
                <a:spcPct val="100000"/>
              </a:lnSpc>
              <a:buNone/>
              <a:tabLst>
                <a:tab algn="l" pos="0"/>
              </a:tabLst>
              <a:defRPr b="0" lang="en-US" sz="1200" strike="noStrike" u="none">
                <a:solidFill>
                  <a:srgbClr val="888888"/>
                </a:solidFill>
                <a:uFillTx/>
                <a:latin typeface="Times New Roman"/>
                <a:ea typeface="Times New Roman"/>
              </a:defRPr>
            </a:lvl1pPr>
          </a:lstStyle>
          <a:p>
            <a:pPr indent="0" algn="ctr">
              <a:lnSpc>
                <a:spcPct val="100000"/>
              </a:lnSpc>
              <a:buNone/>
              <a:tabLst>
                <a:tab algn="l" pos="0"/>
              </a:tabLst>
            </a:pPr>
            <a:fld id="{0747E8CD-CD51-49E9-A42D-31851221C4CF}"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Google Shape;615;p29"/>
          <p:cNvSpPr/>
          <p:nvPr/>
        </p:nvSpPr>
        <p:spPr>
          <a:xfrm>
            <a:off x="1447920" y="2810160"/>
            <a:ext cx="6248160" cy="1199880"/>
          </a:xfrm>
          <a:prstGeom prst="rect">
            <a:avLst/>
          </a:prstGeom>
          <a:noFill/>
          <a:ln w="28575">
            <a:solidFill>
              <a:srgbClr val="4f81bd"/>
            </a:solidFill>
            <a:round/>
          </a:ln>
        </p:spPr>
        <p:style>
          <a:lnRef idx="0"/>
          <a:fillRef idx="0"/>
          <a:effectRef idx="0"/>
          <a:fontRef idx="minor"/>
        </p:style>
        <p:txBody>
          <a:bodyPr anchor="t">
            <a:noAutofit/>
          </a:bodyPr>
          <a:p>
            <a:pPr algn="ctr">
              <a:lnSpc>
                <a:spcPct val="100000"/>
              </a:lnSpc>
              <a:tabLst>
                <a:tab algn="l" pos="0"/>
              </a:tabLst>
            </a:pPr>
            <a:r>
              <a:rPr b="1" lang="en-US" sz="7200" strike="noStrike" u="none">
                <a:solidFill>
                  <a:srgbClr val="262626"/>
                </a:solidFill>
                <a:uFillTx/>
                <a:latin typeface="Times New Roman"/>
                <a:ea typeface="Times New Roman"/>
              </a:rPr>
              <a:t>Thank you</a:t>
            </a:r>
            <a:endParaRPr b="0" lang="en-US" sz="7200" strike="noStrike" u="none">
              <a:solidFill>
                <a:srgbClr val="000000"/>
              </a:solidFill>
              <a:uFillTx/>
              <a:latin typeface="Arial"/>
            </a:endParaRPr>
          </a:p>
        </p:txBody>
      </p:sp>
      <p:sp>
        <p:nvSpPr>
          <p:cNvPr id="81" name="PlaceHolder 1"/>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uFillTx/>
                <a:latin typeface="Times New Roman"/>
                <a:ea typeface="Times New Roman"/>
              </a:defRPr>
            </a:lvl1pPr>
          </a:lstStyle>
          <a:p>
            <a:pPr indent="0" algn="r">
              <a:lnSpc>
                <a:spcPct val="100000"/>
              </a:lnSpc>
              <a:buNone/>
              <a:tabLst>
                <a:tab algn="l" pos="0"/>
              </a:tabLst>
            </a:pPr>
            <a:fld id="{B1A10211-9132-41C8-8C70-86762C2B2E41}" type="slidenum">
              <a:rPr b="0" lang="en-US" sz="1200" strike="noStrike" u="none">
                <a:solidFill>
                  <a:srgbClr val="888888"/>
                </a:solidFill>
                <a:uFillTx/>
                <a:latin typeface="Times New Roman"/>
                <a:ea typeface="Times New Roman"/>
              </a:rPr>
              <a:t>&lt;number&gt;</a:t>
            </a:fld>
            <a:endParaRPr b="0" lang="en-US" sz="1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137</TotalTime>
  <Application>LibreOfficeDev/24.8.7.2.0$Android_AARCH64 LibreOffice_project/</Application>
  <AppVersion>15.0000</AppVersion>
  <Words>1959</Words>
  <Paragraphs>228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BHUSHAN SHELAR</dc:creator>
  <dc:description/>
  <dc:language>en-US</dc:language>
  <cp:lastModifiedBy/>
  <dcterms:modified xsi:type="dcterms:W3CDTF">2026-10-29T11:02:22Z</dcterms:modified>
  <cp:revision>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18</vt:r8>
  </property>
  <property fmtid="{D5CDD505-2E9C-101B-9397-08002B2CF9AE}" pid="3" name="PresentationFormat">
    <vt:lpwstr>On-screen Show (4:3)</vt:lpwstr>
  </property>
  <property fmtid="{D5CDD505-2E9C-101B-9397-08002B2CF9AE}" pid="4" name="Slides">
    <vt:r8>19</vt:r8>
  </property>
</Properties>
</file>